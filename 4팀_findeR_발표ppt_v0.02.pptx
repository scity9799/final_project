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6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60" r:id="rId14"/>
    <p:sldId id="261" r:id="rId15"/>
    <p:sldId id="262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64" r:id="rId28"/>
    <p:sldId id="265" r:id="rId29"/>
    <p:sldId id="286" r:id="rId3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1C2D"/>
    <a:srgbClr val="1B2335"/>
    <a:srgbClr val="373E54"/>
    <a:srgbClr val="161C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0E40B4-DF31-DB24-FAFB-F97C9025EFB3}" v="386" dt="2026-06-28T12:04:33.363"/>
    <p1510:client id="{A913D7CE-6D99-B81A-D065-C24D8D56F90E}" v="1938" dt="2026-06-28T06:51:16.3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58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8DDDBC-918E-4E4B-BB74-C697FC74A84D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B6F654-23F7-4163-9C53-2185D30AEA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4963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bg>
      <p:bgPr>
        <a:pattFill prst="lgGrid">
          <a:fgClr>
            <a:srgbClr val="1B2335"/>
          </a:fgClr>
          <a:bgClr>
            <a:srgbClr val="171C2D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2D08B3-A9A6-4CA5-94A5-60BE4193B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2026-06-30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5B2C64-F6D0-4564-A934-9F517F7C4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881C62-2657-4643-9CC9-89D68799A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사각형: 둥근 모서리 4">
            <a:extLst>
              <a:ext uri="{FF2B5EF4-FFF2-40B4-BE49-F238E27FC236}">
                <a16:creationId xmlns:a16="http://schemas.microsoft.com/office/drawing/2014/main" id="{45865B3B-0892-7180-2B8C-312DD62A3672}"/>
              </a:ext>
            </a:extLst>
          </p:cNvPr>
          <p:cNvSpPr/>
          <p:nvPr userDrawn="1"/>
        </p:nvSpPr>
        <p:spPr>
          <a:xfrm>
            <a:off x="2652325" y="1967252"/>
            <a:ext cx="6908166" cy="2458244"/>
          </a:xfrm>
          <a:prstGeom prst="roundRect">
            <a:avLst>
              <a:gd name="adj" fmla="val 12534"/>
            </a:avLst>
          </a:prstGeom>
          <a:noFill/>
          <a:ln w="403225">
            <a:solidFill>
              <a:schemeClr val="bg1"/>
            </a:solidFill>
          </a:ln>
          <a:scene3d>
            <a:camera prst="orthographicFront"/>
            <a:lightRig rig="balanced" dir="t"/>
          </a:scene3d>
          <a:sp3d prstMaterial="clear">
            <a:bevelT w="127000" h="165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CE2ED8A-CDE1-509F-1DE6-40213612D46C}"/>
              </a:ext>
            </a:extLst>
          </p:cNvPr>
          <p:cNvCxnSpPr/>
          <p:nvPr userDrawn="1"/>
        </p:nvCxnSpPr>
        <p:spPr>
          <a:xfrm>
            <a:off x="4140200" y="1971183"/>
            <a:ext cx="288000" cy="0"/>
          </a:xfrm>
          <a:prstGeom prst="line">
            <a:avLst/>
          </a:prstGeom>
          <a:ln w="238125" cap="rnd">
            <a:solidFill>
              <a:schemeClr val="bg1">
                <a:lumMod val="95000"/>
              </a:schemeClr>
            </a:solidFill>
          </a:ln>
          <a:scene3d>
            <a:camera prst="orthographicFront"/>
            <a:lightRig rig="threePt" dir="t">
              <a:rot lat="0" lon="0" rev="7800000"/>
            </a:lightRig>
          </a:scene3d>
          <a:sp3d prstMaterial="matte">
            <a:bevelT w="400050" h="13335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E2B161A-5389-E658-BDF9-F28F1E2F1839}"/>
              </a:ext>
            </a:extLst>
          </p:cNvPr>
          <p:cNvSpPr txBox="1"/>
          <p:nvPr userDrawn="1"/>
        </p:nvSpPr>
        <p:spPr>
          <a:xfrm>
            <a:off x="3048000" y="2521231"/>
            <a:ext cx="609600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3600" dirty="0">
                <a:solidFill>
                  <a:schemeClr val="bg1"/>
                </a:solidFill>
                <a:latin typeface="Arial Black" panose="020B0A04020102020204" pitchFamily="34" charset="0"/>
                <a:ea typeface="Noto Sans KR Black" panose="020B0200000000000000" pitchFamily="50" charset="-127"/>
              </a:rPr>
              <a:t>Security Report.</a:t>
            </a:r>
            <a:br>
              <a:rPr lang="en-US" altLang="ko-KR" sz="3600" dirty="0">
                <a:solidFill>
                  <a:schemeClr val="bg1"/>
                </a:solidFill>
                <a:latin typeface="Arial Black" panose="020B0A04020102020204" pitchFamily="34" charset="0"/>
                <a:ea typeface="Noto Sans KR Black" panose="020B0200000000000000" pitchFamily="50" charset="-127"/>
              </a:rPr>
            </a:br>
            <a:endParaRPr lang="ko-KR" altLang="en-US" sz="3600" spc="-3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algn="ctr"/>
            <a:r>
              <a:rPr lang="ko-KR" altLang="ko-KR" sz="1000" dirty="0" err="1">
                <a:solidFill>
                  <a:schemeClr val="bg1"/>
                </a:solidFill>
                <a:latin typeface="Arial Black" panose="020B0A04020102020204" pitchFamily="34" charset="0"/>
              </a:rPr>
              <a:t>유기견</a:t>
            </a:r>
            <a:r>
              <a:rPr lang="ko-KR" altLang="ko-KR" sz="1000" dirty="0">
                <a:solidFill>
                  <a:schemeClr val="bg1"/>
                </a:solidFill>
                <a:latin typeface="Arial Black" panose="020B0A04020102020204" pitchFamily="34" charset="0"/>
              </a:rPr>
              <a:t> 성향 분석 기반 추천 플랫폼 구축 및 정보보호 체계 강화 사업</a:t>
            </a:r>
            <a:endParaRPr lang="ko-KR" altLang="en-US" sz="1000" dirty="0">
              <a:solidFill>
                <a:schemeClr val="bg1"/>
              </a:solidFill>
              <a:latin typeface="Arial Black" panose="020B0A04020102020204" pitchFamily="34" charset="0"/>
              <a:ea typeface="Noto Sans KR" panose="020B0200000000000000" pitchFamily="50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42727DB4-663F-81B7-B065-5C863B08FA3B}"/>
              </a:ext>
            </a:extLst>
          </p:cNvPr>
          <p:cNvGrpSpPr/>
          <p:nvPr userDrawn="1"/>
        </p:nvGrpSpPr>
        <p:grpSpPr>
          <a:xfrm>
            <a:off x="9395072" y="1985697"/>
            <a:ext cx="219074" cy="219074"/>
            <a:chOff x="9523433" y="2485729"/>
            <a:chExt cx="219074" cy="219074"/>
          </a:xfrm>
        </p:grpSpPr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51DCBA42-CCCE-5BE9-0AA3-5D13BC8F5450}"/>
                </a:ext>
              </a:extLst>
            </p:cNvPr>
            <p:cNvSpPr/>
            <p:nvPr/>
          </p:nvSpPr>
          <p:spPr>
            <a:xfrm>
              <a:off x="9523433" y="2485729"/>
              <a:ext cx="219074" cy="2190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scene3d>
              <a:camera prst="orthographicFront"/>
              <a:lightRig rig="soft" dir="t">
                <a:rot lat="0" lon="0" rev="9000000"/>
              </a:lightRig>
            </a:scene3d>
            <a:sp3d prstMaterial="clear">
              <a:bevelT w="44450" h="171450" prst="slop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E2F61FCB-0DE4-E486-C9B0-E6E7C899B138}"/>
                </a:ext>
              </a:extLst>
            </p:cNvPr>
            <p:cNvSpPr/>
            <p:nvPr/>
          </p:nvSpPr>
          <p:spPr>
            <a:xfrm>
              <a:off x="9589395" y="2551691"/>
              <a:ext cx="87150" cy="8715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scene3d>
              <a:camera prst="orthographicFront"/>
              <a:lightRig rig="twoPt" dir="t"/>
            </a:scene3d>
            <a:sp3d prstMaterial="clear">
              <a:bevelT w="44450" h="17145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ED928685-8A60-33DB-C70C-60BEFF115331}"/>
              </a:ext>
            </a:extLst>
          </p:cNvPr>
          <p:cNvGrpSpPr/>
          <p:nvPr userDrawn="1"/>
        </p:nvGrpSpPr>
        <p:grpSpPr>
          <a:xfrm>
            <a:off x="9395072" y="4138347"/>
            <a:ext cx="219074" cy="219074"/>
            <a:chOff x="9523433" y="2485729"/>
            <a:chExt cx="219074" cy="219074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AF52842A-106C-0EC2-9E5F-361845B03D72}"/>
                </a:ext>
              </a:extLst>
            </p:cNvPr>
            <p:cNvSpPr/>
            <p:nvPr/>
          </p:nvSpPr>
          <p:spPr>
            <a:xfrm>
              <a:off x="9523433" y="2485729"/>
              <a:ext cx="219074" cy="2190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scene3d>
              <a:camera prst="orthographicFront"/>
              <a:lightRig rig="soft" dir="t">
                <a:rot lat="0" lon="0" rev="9000000"/>
              </a:lightRig>
            </a:scene3d>
            <a:sp3d prstMaterial="clear">
              <a:bevelT w="44450" h="171450" prst="slop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028CE78C-B5E2-5AE8-DBD4-6654609B29B4}"/>
                </a:ext>
              </a:extLst>
            </p:cNvPr>
            <p:cNvSpPr/>
            <p:nvPr/>
          </p:nvSpPr>
          <p:spPr>
            <a:xfrm>
              <a:off x="9589395" y="2551691"/>
              <a:ext cx="87150" cy="8715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scene3d>
              <a:camera prst="orthographicFront"/>
              <a:lightRig rig="twoPt" dir="t"/>
            </a:scene3d>
            <a:sp3d prstMaterial="clear">
              <a:bevelT w="44450" h="17145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03924A38-D98A-4694-B001-D89C6FF0A186}"/>
              </a:ext>
            </a:extLst>
          </p:cNvPr>
          <p:cNvGrpSpPr/>
          <p:nvPr userDrawn="1"/>
        </p:nvGrpSpPr>
        <p:grpSpPr>
          <a:xfrm>
            <a:off x="2594269" y="1985697"/>
            <a:ext cx="219074" cy="219074"/>
            <a:chOff x="9523433" y="2485729"/>
            <a:chExt cx="219074" cy="21907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1EB0D459-352D-5BB6-024E-914018E16870}"/>
                </a:ext>
              </a:extLst>
            </p:cNvPr>
            <p:cNvSpPr/>
            <p:nvPr/>
          </p:nvSpPr>
          <p:spPr>
            <a:xfrm>
              <a:off x="9523433" y="2485729"/>
              <a:ext cx="219074" cy="2190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scene3d>
              <a:camera prst="orthographicFront"/>
              <a:lightRig rig="soft" dir="t">
                <a:rot lat="0" lon="0" rev="9000000"/>
              </a:lightRig>
            </a:scene3d>
            <a:sp3d prstMaterial="clear">
              <a:bevelT w="44450" h="171450" prst="slop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1FB6E7CB-211F-3F21-ABE4-60E1D1AFBCFC}"/>
                </a:ext>
              </a:extLst>
            </p:cNvPr>
            <p:cNvSpPr/>
            <p:nvPr/>
          </p:nvSpPr>
          <p:spPr>
            <a:xfrm>
              <a:off x="9589395" y="2551691"/>
              <a:ext cx="87150" cy="8715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scene3d>
              <a:camera prst="orthographicFront"/>
              <a:lightRig rig="twoPt" dir="t"/>
            </a:scene3d>
            <a:sp3d prstMaterial="clear">
              <a:bevelT w="44450" h="17145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01847692-026E-8978-361A-A60730C74BFE}"/>
              </a:ext>
            </a:extLst>
          </p:cNvPr>
          <p:cNvGrpSpPr/>
          <p:nvPr userDrawn="1"/>
        </p:nvGrpSpPr>
        <p:grpSpPr>
          <a:xfrm>
            <a:off x="2594269" y="4138347"/>
            <a:ext cx="219074" cy="219074"/>
            <a:chOff x="9523433" y="2485729"/>
            <a:chExt cx="219074" cy="219074"/>
          </a:xfrm>
        </p:grpSpPr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A9E7154D-EEA2-30DA-B49B-2FBE1C40DB93}"/>
                </a:ext>
              </a:extLst>
            </p:cNvPr>
            <p:cNvSpPr/>
            <p:nvPr/>
          </p:nvSpPr>
          <p:spPr>
            <a:xfrm>
              <a:off x="9523433" y="2485729"/>
              <a:ext cx="219074" cy="2190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scene3d>
              <a:camera prst="orthographicFront"/>
              <a:lightRig rig="soft" dir="t">
                <a:rot lat="0" lon="0" rev="9000000"/>
              </a:lightRig>
            </a:scene3d>
            <a:sp3d prstMaterial="clear">
              <a:bevelT w="44450" h="171450" prst="slop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3484DC83-B2F6-CA2E-3C92-469367376788}"/>
                </a:ext>
              </a:extLst>
            </p:cNvPr>
            <p:cNvSpPr/>
            <p:nvPr/>
          </p:nvSpPr>
          <p:spPr>
            <a:xfrm>
              <a:off x="9589395" y="2551691"/>
              <a:ext cx="87150" cy="8715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scene3d>
              <a:camera prst="orthographicFront"/>
              <a:lightRig rig="twoPt" dir="t"/>
            </a:scene3d>
            <a:sp3d prstMaterial="clear">
              <a:bevelT w="44450" h="17145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pic>
        <p:nvPicPr>
          <p:cNvPr id="22" name="그림 21">
            <a:extLst>
              <a:ext uri="{FF2B5EF4-FFF2-40B4-BE49-F238E27FC236}">
                <a16:creationId xmlns:a16="http://schemas.microsoft.com/office/drawing/2014/main" id="{8076A9BE-CF3F-4D54-E5AC-275A8024A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7186" y="584986"/>
            <a:ext cx="1148711" cy="114871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4CA1078-A1FE-7CCB-7523-9A0FAEA89BBE}"/>
              </a:ext>
            </a:extLst>
          </p:cNvPr>
          <p:cNvSpPr txBox="1"/>
          <p:nvPr userDrawn="1"/>
        </p:nvSpPr>
        <p:spPr>
          <a:xfrm>
            <a:off x="4656043" y="5237153"/>
            <a:ext cx="29007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 err="1">
                <a:solidFill>
                  <a:schemeClr val="bg1"/>
                </a:solidFill>
                <a:latin typeface="Arial Black" panose="020B0A04020102020204" pitchFamily="34" charset="0"/>
                <a:ea typeface="Noto Sans KR" panose="020B0200000000000000" pitchFamily="50" charset="-127"/>
              </a:rPr>
              <a:t>서서울</a:t>
            </a:r>
            <a:r>
              <a:rPr lang="ko-KR" altLang="en-US" sz="1100" dirty="0">
                <a:solidFill>
                  <a:schemeClr val="bg1"/>
                </a:solidFill>
                <a:latin typeface="Arial Black" panose="020B0A04020102020204" pitchFamily="34" charset="0"/>
                <a:ea typeface="Noto Sans KR" panose="020B0200000000000000" pitchFamily="50" charset="-127"/>
              </a:rPr>
              <a:t> </a:t>
            </a:r>
            <a:r>
              <a:rPr lang="en-US" altLang="ko-KR" sz="1100" dirty="0">
                <a:solidFill>
                  <a:schemeClr val="bg1"/>
                </a:solidFill>
                <a:latin typeface="Arial Black" panose="020B0A04020102020204" pitchFamily="34" charset="0"/>
                <a:ea typeface="Noto Sans KR" panose="020B0200000000000000" pitchFamily="50" charset="-127"/>
              </a:rPr>
              <a:t>| </a:t>
            </a:r>
            <a:r>
              <a:rPr lang="ko-KR" altLang="en-US" sz="1100" dirty="0" err="1">
                <a:solidFill>
                  <a:schemeClr val="bg1"/>
                </a:solidFill>
                <a:latin typeface="Arial Black" panose="020B0A04020102020204" pitchFamily="34" charset="0"/>
                <a:ea typeface="Noto Sans KR" panose="020B0200000000000000" pitchFamily="50" charset="-127"/>
              </a:rPr>
              <a:t>윤철민</a:t>
            </a:r>
            <a:r>
              <a:rPr lang="en-US" altLang="ko-KR" sz="1100" dirty="0">
                <a:solidFill>
                  <a:schemeClr val="bg1"/>
                </a:solidFill>
                <a:latin typeface="Arial Black" panose="020B0A04020102020204" pitchFamily="34" charset="0"/>
                <a:ea typeface="Noto Sans KR" panose="020B0200000000000000" pitchFamily="50" charset="-127"/>
              </a:rPr>
              <a:t> | </a:t>
            </a:r>
            <a:r>
              <a:rPr lang="ko-KR" altLang="en-US" sz="1100" dirty="0">
                <a:solidFill>
                  <a:schemeClr val="bg1"/>
                </a:solidFill>
                <a:latin typeface="Arial Black" panose="020B0A04020102020204" pitchFamily="34" charset="0"/>
                <a:ea typeface="Noto Sans KR" panose="020B0200000000000000" pitchFamily="50" charset="-127"/>
              </a:rPr>
              <a:t>오명근</a:t>
            </a:r>
            <a:r>
              <a:rPr lang="en-US" altLang="ko-KR" sz="1100" dirty="0">
                <a:solidFill>
                  <a:schemeClr val="bg1"/>
                </a:solidFill>
                <a:latin typeface="Arial Black" panose="020B0A04020102020204" pitchFamily="34" charset="0"/>
                <a:ea typeface="Noto Sans KR" panose="020B0200000000000000" pitchFamily="50" charset="-127"/>
              </a:rPr>
              <a:t> | </a:t>
            </a:r>
            <a:r>
              <a:rPr lang="ko-KR" altLang="en-US" sz="1100" dirty="0">
                <a:solidFill>
                  <a:schemeClr val="bg1"/>
                </a:solidFill>
                <a:latin typeface="Arial Black" panose="020B0A04020102020204" pitchFamily="34" charset="0"/>
                <a:ea typeface="Noto Sans KR" panose="020B0200000000000000" pitchFamily="50" charset="-127"/>
              </a:rPr>
              <a:t>서정원</a:t>
            </a:r>
            <a:r>
              <a:rPr lang="en-US" altLang="ko-KR" sz="1100" dirty="0">
                <a:solidFill>
                  <a:schemeClr val="bg1"/>
                </a:solidFill>
                <a:latin typeface="Arial Black" panose="020B0A04020102020204" pitchFamily="34" charset="0"/>
                <a:ea typeface="Noto Sans KR" panose="020B0200000000000000" pitchFamily="50" charset="-127"/>
              </a:rPr>
              <a:t> | </a:t>
            </a:r>
            <a:r>
              <a:rPr lang="ko-KR" altLang="en-US" sz="1100" dirty="0">
                <a:solidFill>
                  <a:schemeClr val="bg1"/>
                </a:solidFill>
                <a:latin typeface="Arial Black" panose="020B0A04020102020204" pitchFamily="34" charset="0"/>
                <a:ea typeface="Noto Sans KR" panose="020B0200000000000000" pitchFamily="50" charset="-127"/>
              </a:rPr>
              <a:t>이주환</a:t>
            </a:r>
            <a:endParaRPr lang="en-US" altLang="ko-KR" sz="1100" dirty="0">
              <a:solidFill>
                <a:schemeClr val="bg1"/>
              </a:solidFill>
              <a:latin typeface="Arial Black" panose="020B0A04020102020204" pitchFamily="34" charset="0"/>
              <a:ea typeface="Noto Sans KR" panose="020B0200000000000000" pitchFamily="50" charset="-127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B2F8C9AF-29B0-B963-C1CF-75D87AF23D61}"/>
              </a:ext>
            </a:extLst>
          </p:cNvPr>
          <p:cNvGrpSpPr/>
          <p:nvPr userDrawn="1"/>
        </p:nvGrpSpPr>
        <p:grpSpPr>
          <a:xfrm>
            <a:off x="8714720" y="1683574"/>
            <a:ext cx="68169" cy="611544"/>
            <a:chOff x="8714720" y="1683574"/>
            <a:chExt cx="68169" cy="611544"/>
          </a:xfrm>
        </p:grpSpPr>
        <p:sp>
          <p:nvSpPr>
            <p:cNvPr id="25" name="이등변 삼각형 24">
              <a:extLst>
                <a:ext uri="{FF2B5EF4-FFF2-40B4-BE49-F238E27FC236}">
                  <a16:creationId xmlns:a16="http://schemas.microsoft.com/office/drawing/2014/main" id="{A2181EFF-3B98-6F00-3A34-5B134664086D}"/>
                </a:ext>
              </a:extLst>
            </p:cNvPr>
            <p:cNvSpPr/>
            <p:nvPr/>
          </p:nvSpPr>
          <p:spPr>
            <a:xfrm>
              <a:off x="8714720" y="2236351"/>
              <a:ext cx="68169" cy="58767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6" name="이등변 삼각형 25">
              <a:extLst>
                <a:ext uri="{FF2B5EF4-FFF2-40B4-BE49-F238E27FC236}">
                  <a16:creationId xmlns:a16="http://schemas.microsoft.com/office/drawing/2014/main" id="{D9A187FC-FFAE-F9B1-079D-C7A5609E6F64}"/>
                </a:ext>
              </a:extLst>
            </p:cNvPr>
            <p:cNvSpPr/>
            <p:nvPr/>
          </p:nvSpPr>
          <p:spPr>
            <a:xfrm rot="10800000">
              <a:off x="8714720" y="1683574"/>
              <a:ext cx="68169" cy="50123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33691276-8BAF-1D94-CC9E-E8A7720F7890}"/>
                </a:ext>
              </a:extLst>
            </p:cNvPr>
            <p:cNvCxnSpPr>
              <a:cxnSpLocks/>
            </p:cNvCxnSpPr>
            <p:nvPr/>
          </p:nvCxnSpPr>
          <p:spPr>
            <a:xfrm>
              <a:off x="8747964" y="1733697"/>
              <a:ext cx="841" cy="50400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8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</p:grpSp>
    </p:spTree>
    <p:extLst>
      <p:ext uri="{BB962C8B-B14F-4D97-AF65-F5344CB8AC3E}">
        <p14:creationId xmlns:p14="http://schemas.microsoft.com/office/powerpoint/2010/main" val="1511885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bg>
      <p:bgPr>
        <a:pattFill prst="lgGrid">
          <a:fgClr>
            <a:srgbClr val="1B2335"/>
          </a:fgClr>
          <a:bgClr>
            <a:srgbClr val="171C2D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8DEE94-B9EB-437B-B87B-4D6343955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2026-06-30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C7A974-A07A-49C2-B147-F6EC85053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4EDD24-940C-445F-B974-623173FA1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8" name="자유형: 도형 5">
            <a:extLst>
              <a:ext uri="{FF2B5EF4-FFF2-40B4-BE49-F238E27FC236}">
                <a16:creationId xmlns:a16="http://schemas.microsoft.com/office/drawing/2014/main" id="{3FB84875-5E34-DFDD-3683-6D63A22159AB}"/>
              </a:ext>
            </a:extLst>
          </p:cNvPr>
          <p:cNvSpPr/>
          <p:nvPr userDrawn="1"/>
        </p:nvSpPr>
        <p:spPr>
          <a:xfrm>
            <a:off x="109527" y="151352"/>
            <a:ext cx="11972945" cy="6706648"/>
          </a:xfrm>
          <a:custGeom>
            <a:avLst/>
            <a:gdLst>
              <a:gd name="connsiteX0" fmla="*/ 286460 w 11972945"/>
              <a:gd name="connsiteY0" fmla="*/ 0 h 6706648"/>
              <a:gd name="connsiteX1" fmla="*/ 11686485 w 11972945"/>
              <a:gd name="connsiteY1" fmla="*/ 0 h 6706648"/>
              <a:gd name="connsiteX2" fmla="*/ 11972945 w 11972945"/>
              <a:gd name="connsiteY2" fmla="*/ 286460 h 6706648"/>
              <a:gd name="connsiteX3" fmla="*/ 11972945 w 11972945"/>
              <a:gd name="connsiteY3" fmla="*/ 6706648 h 6706648"/>
              <a:gd name="connsiteX4" fmla="*/ 11734820 w 11972945"/>
              <a:gd name="connsiteY4" fmla="*/ 6706648 h 6706648"/>
              <a:gd name="connsiteX5" fmla="*/ 11734820 w 11972945"/>
              <a:gd name="connsiteY5" fmla="*/ 410600 h 6706648"/>
              <a:gd name="connsiteX6" fmla="*/ 11593530 w 11972945"/>
              <a:gd name="connsiteY6" fmla="*/ 269310 h 6706648"/>
              <a:gd name="connsiteX7" fmla="*/ 379414 w 11972945"/>
              <a:gd name="connsiteY7" fmla="*/ 269310 h 6706648"/>
              <a:gd name="connsiteX8" fmla="*/ 238124 w 11972945"/>
              <a:gd name="connsiteY8" fmla="*/ 410600 h 6706648"/>
              <a:gd name="connsiteX9" fmla="*/ 238124 w 11972945"/>
              <a:gd name="connsiteY9" fmla="*/ 6706648 h 6706648"/>
              <a:gd name="connsiteX10" fmla="*/ 0 w 11972945"/>
              <a:gd name="connsiteY10" fmla="*/ 6706648 h 6706648"/>
              <a:gd name="connsiteX11" fmla="*/ 0 w 11972945"/>
              <a:gd name="connsiteY11" fmla="*/ 286460 h 6706648"/>
              <a:gd name="connsiteX12" fmla="*/ 286460 w 11972945"/>
              <a:gd name="connsiteY12" fmla="*/ 0 h 6706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72945" h="6706648">
                <a:moveTo>
                  <a:pt x="286460" y="0"/>
                </a:moveTo>
                <a:lnTo>
                  <a:pt x="11686485" y="0"/>
                </a:lnTo>
                <a:cubicBezTo>
                  <a:pt x="11844692" y="0"/>
                  <a:pt x="11972945" y="128253"/>
                  <a:pt x="11972945" y="286460"/>
                </a:cubicBezTo>
                <a:lnTo>
                  <a:pt x="11972945" y="6706648"/>
                </a:lnTo>
                <a:lnTo>
                  <a:pt x="11734820" y="6706648"/>
                </a:lnTo>
                <a:lnTo>
                  <a:pt x="11734820" y="410600"/>
                </a:lnTo>
                <a:cubicBezTo>
                  <a:pt x="11734820" y="332568"/>
                  <a:pt x="11671562" y="269310"/>
                  <a:pt x="11593530" y="269310"/>
                </a:cubicBezTo>
                <a:lnTo>
                  <a:pt x="379414" y="269310"/>
                </a:lnTo>
                <a:cubicBezTo>
                  <a:pt x="301382" y="269310"/>
                  <a:pt x="238124" y="332568"/>
                  <a:pt x="238124" y="410600"/>
                </a:cubicBezTo>
                <a:lnTo>
                  <a:pt x="238124" y="6706648"/>
                </a:lnTo>
                <a:lnTo>
                  <a:pt x="0" y="6706648"/>
                </a:lnTo>
                <a:lnTo>
                  <a:pt x="0" y="286460"/>
                </a:lnTo>
                <a:cubicBezTo>
                  <a:pt x="0" y="128253"/>
                  <a:pt x="128253" y="0"/>
                  <a:pt x="286460" y="0"/>
                </a:cubicBezTo>
                <a:close/>
              </a:path>
            </a:pathLst>
          </a:custGeom>
          <a:solidFill>
            <a:schemeClr val="bg1"/>
          </a:solidFill>
          <a:ln w="44450">
            <a:noFill/>
          </a:ln>
          <a:scene3d>
            <a:camera prst="orthographicFront"/>
            <a:lightRig rig="balanced" dir="t"/>
          </a:scene3d>
          <a:sp3d prstMaterial="clear">
            <a:bevelT w="127000" h="165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" name="사각형: 둥근 모서리 3">
            <a:extLst>
              <a:ext uri="{FF2B5EF4-FFF2-40B4-BE49-F238E27FC236}">
                <a16:creationId xmlns:a16="http://schemas.microsoft.com/office/drawing/2014/main" id="{9E02A2D2-4BCB-DD49-2B78-F6F79448307C}"/>
              </a:ext>
            </a:extLst>
          </p:cNvPr>
          <p:cNvSpPr/>
          <p:nvPr userDrawn="1"/>
        </p:nvSpPr>
        <p:spPr>
          <a:xfrm>
            <a:off x="476249" y="549142"/>
            <a:ext cx="11268076" cy="461982"/>
          </a:xfrm>
          <a:prstGeom prst="roundRect">
            <a:avLst>
              <a:gd name="adj" fmla="val 25278"/>
            </a:avLst>
          </a:prstGeom>
          <a:solidFill>
            <a:srgbClr val="373E54"/>
          </a:solidFill>
          <a:ln w="9525">
            <a:solidFill>
              <a:schemeClr val="bg1">
                <a:alpha val="4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000" dirty="0">
                <a:solidFill>
                  <a:schemeClr val="bg1"/>
                </a:solidFill>
                <a:latin typeface="Arial Black" panose="020B0A04020102020204" pitchFamily="34" charset="0"/>
                <a:ea typeface="Noto Sans KR Black"/>
              </a:rPr>
              <a:t>Table Of Contents </a:t>
            </a:r>
            <a:endParaRPr lang="ko-KR" altLang="en-US" sz="2000" dirty="0">
              <a:solidFill>
                <a:schemeClr val="bg1"/>
              </a:solidFill>
              <a:latin typeface="Arial Black" panose="020B0A04020102020204" pitchFamily="34" charset="0"/>
              <a:ea typeface="Noto Sans KR Black"/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0C7AC6FE-DE55-B36F-C283-04EE4617D43A}"/>
              </a:ext>
            </a:extLst>
          </p:cNvPr>
          <p:cNvGrpSpPr/>
          <p:nvPr userDrawn="1"/>
        </p:nvGrpSpPr>
        <p:grpSpPr>
          <a:xfrm>
            <a:off x="477919" y="473130"/>
            <a:ext cx="68169" cy="611544"/>
            <a:chOff x="8714720" y="1683574"/>
            <a:chExt cx="68169" cy="611544"/>
          </a:xfrm>
        </p:grpSpPr>
        <p:sp>
          <p:nvSpPr>
            <p:cNvPr id="31" name="이등변 삼각형 30">
              <a:extLst>
                <a:ext uri="{FF2B5EF4-FFF2-40B4-BE49-F238E27FC236}">
                  <a16:creationId xmlns:a16="http://schemas.microsoft.com/office/drawing/2014/main" id="{A8325873-2948-53A4-CD8C-B58D6DE5E828}"/>
                </a:ext>
              </a:extLst>
            </p:cNvPr>
            <p:cNvSpPr/>
            <p:nvPr/>
          </p:nvSpPr>
          <p:spPr>
            <a:xfrm>
              <a:off x="8714720" y="2236351"/>
              <a:ext cx="68169" cy="58767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2" name="이등변 삼각형 31">
              <a:extLst>
                <a:ext uri="{FF2B5EF4-FFF2-40B4-BE49-F238E27FC236}">
                  <a16:creationId xmlns:a16="http://schemas.microsoft.com/office/drawing/2014/main" id="{C4A21D25-AB05-34D3-0C42-E0C60B638A6F}"/>
                </a:ext>
              </a:extLst>
            </p:cNvPr>
            <p:cNvSpPr/>
            <p:nvPr/>
          </p:nvSpPr>
          <p:spPr>
            <a:xfrm rot="10800000">
              <a:off x="8714720" y="1683574"/>
              <a:ext cx="68169" cy="50123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02C64BF7-5694-53A6-50E8-DC54394E37D9}"/>
                </a:ext>
              </a:extLst>
            </p:cNvPr>
            <p:cNvCxnSpPr>
              <a:cxnSpLocks/>
            </p:cNvCxnSpPr>
            <p:nvPr/>
          </p:nvCxnSpPr>
          <p:spPr>
            <a:xfrm>
              <a:off x="8747964" y="1733697"/>
              <a:ext cx="841" cy="50400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8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5BE5D09A-63BF-77FB-70BB-11D11280374B}"/>
              </a:ext>
            </a:extLst>
          </p:cNvPr>
          <p:cNvGrpSpPr/>
          <p:nvPr userDrawn="1"/>
        </p:nvGrpSpPr>
        <p:grpSpPr>
          <a:xfrm>
            <a:off x="1715662" y="2324281"/>
            <a:ext cx="1795663" cy="520417"/>
            <a:chOff x="857051" y="2430922"/>
            <a:chExt cx="1795663" cy="520417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867F21E1-4A41-119C-A607-C3F3C823FFE3}"/>
                </a:ext>
              </a:extLst>
            </p:cNvPr>
            <p:cNvSpPr/>
            <p:nvPr/>
          </p:nvSpPr>
          <p:spPr>
            <a:xfrm>
              <a:off x="857051" y="2472624"/>
              <a:ext cx="478715" cy="478715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  <a:effectLst>
              <a:outerShdw blurRad="50800" dist="38100" dir="5400000" algn="t" rotWithShape="0">
                <a:prstClr val="black">
                  <a:alpha val="15000"/>
                </a:prstClr>
              </a:outerShdw>
            </a:effectLst>
            <a:scene3d>
              <a:camera prst="orthographicFront"/>
              <a:lightRig rig="balanced" dir="t"/>
            </a:scene3d>
            <a:sp3d prstMaterial="clear">
              <a:bevelT w="127000" h="165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3E80A375-1153-153B-7E77-465B114463DE}"/>
                </a:ext>
              </a:extLst>
            </p:cNvPr>
            <p:cNvSpPr/>
            <p:nvPr/>
          </p:nvSpPr>
          <p:spPr>
            <a:xfrm>
              <a:off x="857051" y="2492959"/>
              <a:ext cx="478715" cy="3569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Black" panose="020B0A04020102020204" pitchFamily="34" charset="0"/>
                  <a:ea typeface="맑은 고딕" panose="020B0503020000020004" pitchFamily="50" charset="-127"/>
                  <a:cs typeface="+mn-cs"/>
                </a:rPr>
                <a:t>01</a:t>
              </a:r>
              <a:endPara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EB8DEA4B-5D39-B105-15A0-646D52104978}"/>
                </a:ext>
              </a:extLst>
            </p:cNvPr>
            <p:cNvCxnSpPr>
              <a:cxnSpLocks/>
            </p:cNvCxnSpPr>
            <p:nvPr/>
          </p:nvCxnSpPr>
          <p:spPr>
            <a:xfrm>
              <a:off x="1335766" y="2849957"/>
              <a:ext cx="1316947" cy="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6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35A7DC08-9710-082B-8588-98C826B151AC}"/>
                </a:ext>
              </a:extLst>
            </p:cNvPr>
            <p:cNvSpPr/>
            <p:nvPr/>
          </p:nvSpPr>
          <p:spPr>
            <a:xfrm>
              <a:off x="1335766" y="2430922"/>
              <a:ext cx="1316948" cy="27935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400" b="1" dirty="0">
                  <a:solidFill>
                    <a:prstClr val="white"/>
                  </a:solidFill>
                  <a:latin typeface="Arial Black" panose="020B0A04020102020204" pitchFamily="34" charset="0"/>
                  <a:ea typeface="Noto Sans KR Black" panose="020B0200000000000000" pitchFamily="50" charset="-127"/>
                </a:rPr>
                <a:t>프로젝트 배경</a:t>
              </a:r>
              <a:endPara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Noto Sans KR Black" panose="020B0200000000000000" pitchFamily="50" charset="-127"/>
              </a:endParaRP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CA63D756-E5F6-AF1C-7B77-B2E1F35A4B45}"/>
              </a:ext>
            </a:extLst>
          </p:cNvPr>
          <p:cNvGrpSpPr/>
          <p:nvPr userDrawn="1"/>
        </p:nvGrpSpPr>
        <p:grpSpPr>
          <a:xfrm>
            <a:off x="3990039" y="2344616"/>
            <a:ext cx="1795663" cy="520417"/>
            <a:chOff x="857051" y="2430922"/>
            <a:chExt cx="1795663" cy="520417"/>
          </a:xfrm>
        </p:grpSpPr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8AD79A8B-38F5-992C-B561-FCBF5559691E}"/>
                </a:ext>
              </a:extLst>
            </p:cNvPr>
            <p:cNvSpPr/>
            <p:nvPr/>
          </p:nvSpPr>
          <p:spPr>
            <a:xfrm>
              <a:off x="857051" y="2472624"/>
              <a:ext cx="478715" cy="478715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  <a:effectLst>
              <a:outerShdw blurRad="50800" dist="38100" dir="5400000" algn="t" rotWithShape="0">
                <a:prstClr val="black">
                  <a:alpha val="15000"/>
                </a:prstClr>
              </a:outerShdw>
            </a:effectLst>
            <a:scene3d>
              <a:camera prst="orthographicFront"/>
              <a:lightRig rig="balanced" dir="t"/>
            </a:scene3d>
            <a:sp3d prstMaterial="clear">
              <a:bevelT w="127000" h="165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4DD1176C-76AE-95B6-A530-88C5CC99462D}"/>
                </a:ext>
              </a:extLst>
            </p:cNvPr>
            <p:cNvSpPr/>
            <p:nvPr/>
          </p:nvSpPr>
          <p:spPr>
            <a:xfrm>
              <a:off x="857051" y="2492959"/>
              <a:ext cx="478715" cy="3569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Black" panose="020B0A04020102020204" pitchFamily="34" charset="0"/>
                  <a:ea typeface="맑은 고딕" panose="020B0503020000020004" pitchFamily="50" charset="-127"/>
                  <a:cs typeface="+mn-cs"/>
                </a:rPr>
                <a:t>02</a:t>
              </a:r>
              <a:endPara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D176A210-B73A-84D8-A191-E0B2F4A5ADF2}"/>
                </a:ext>
              </a:extLst>
            </p:cNvPr>
            <p:cNvCxnSpPr>
              <a:cxnSpLocks/>
            </p:cNvCxnSpPr>
            <p:nvPr/>
          </p:nvCxnSpPr>
          <p:spPr>
            <a:xfrm>
              <a:off x="1335766" y="2849957"/>
              <a:ext cx="1316947" cy="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6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80D4153A-9ABF-FD28-AF27-A28EEE1468EC}"/>
                </a:ext>
              </a:extLst>
            </p:cNvPr>
            <p:cNvSpPr/>
            <p:nvPr/>
          </p:nvSpPr>
          <p:spPr>
            <a:xfrm>
              <a:off x="1335766" y="2430922"/>
              <a:ext cx="1316948" cy="27935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lvl="0" algn="ctr">
                <a:lnSpc>
                  <a:spcPct val="150000"/>
                </a:lnSpc>
                <a:defRPr/>
              </a:pPr>
              <a:r>
                <a:rPr lang="ko-KR" altLang="en-US" sz="1400" b="1" dirty="0">
                  <a:solidFill>
                    <a:prstClr val="white"/>
                  </a:solidFill>
                  <a:latin typeface="Arial Black" panose="020B0A04020102020204" pitchFamily="34" charset="0"/>
                  <a:ea typeface="Noto Sans KR Black" panose="020B0200000000000000" pitchFamily="50" charset="-127"/>
                </a:rPr>
                <a:t>분석 및 점검</a:t>
              </a:r>
              <a:endParaRPr lang="en-US" altLang="ko-KR" sz="1050" dirty="0">
                <a:solidFill>
                  <a:prstClr val="white"/>
                </a:solidFill>
                <a:latin typeface="Arial Black" panose="020B0A04020102020204" pitchFamily="34" charset="0"/>
                <a:ea typeface="Noto Sans KR Black" panose="020B0200000000000000" pitchFamily="50" charset="-127"/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EB227AF1-6744-5446-D415-57318079C713}"/>
              </a:ext>
            </a:extLst>
          </p:cNvPr>
          <p:cNvGrpSpPr/>
          <p:nvPr userDrawn="1"/>
        </p:nvGrpSpPr>
        <p:grpSpPr>
          <a:xfrm>
            <a:off x="6264416" y="2342181"/>
            <a:ext cx="1795663" cy="520417"/>
            <a:chOff x="857051" y="2430922"/>
            <a:chExt cx="1795663" cy="520417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BA2449C4-12D1-3F80-59F6-5E0AB317EACD}"/>
                </a:ext>
              </a:extLst>
            </p:cNvPr>
            <p:cNvSpPr/>
            <p:nvPr/>
          </p:nvSpPr>
          <p:spPr>
            <a:xfrm>
              <a:off x="857051" y="2472624"/>
              <a:ext cx="478715" cy="478715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  <a:effectLst>
              <a:outerShdw blurRad="50800" dist="38100" dir="5400000" algn="t" rotWithShape="0">
                <a:prstClr val="black">
                  <a:alpha val="15000"/>
                </a:prstClr>
              </a:outerShdw>
            </a:effectLst>
            <a:scene3d>
              <a:camera prst="orthographicFront"/>
              <a:lightRig rig="balanced" dir="t"/>
            </a:scene3d>
            <a:sp3d prstMaterial="clear">
              <a:bevelT w="127000" h="165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D2F0D772-AA62-F16E-1B4F-4ACE61C068FF}"/>
                </a:ext>
              </a:extLst>
            </p:cNvPr>
            <p:cNvSpPr/>
            <p:nvPr/>
          </p:nvSpPr>
          <p:spPr>
            <a:xfrm>
              <a:off x="857051" y="2492959"/>
              <a:ext cx="478715" cy="3569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Black" panose="020B0A04020102020204" pitchFamily="34" charset="0"/>
                  <a:ea typeface="맑은 고딕" panose="020B0503020000020004" pitchFamily="50" charset="-127"/>
                  <a:cs typeface="+mn-cs"/>
                </a:rPr>
                <a:t>03</a:t>
              </a:r>
              <a:endPara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AC277D70-EE7B-B9B4-B0B6-26F45A814FD4}"/>
                </a:ext>
              </a:extLst>
            </p:cNvPr>
            <p:cNvCxnSpPr>
              <a:cxnSpLocks/>
            </p:cNvCxnSpPr>
            <p:nvPr/>
          </p:nvCxnSpPr>
          <p:spPr>
            <a:xfrm>
              <a:off x="1335766" y="2849957"/>
              <a:ext cx="1316947" cy="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6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86315D4A-9D01-7FC2-4131-047040D9A3D7}"/>
                </a:ext>
              </a:extLst>
            </p:cNvPr>
            <p:cNvSpPr/>
            <p:nvPr/>
          </p:nvSpPr>
          <p:spPr>
            <a:xfrm>
              <a:off x="1335766" y="2430922"/>
              <a:ext cx="1316948" cy="27935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lvl="0" algn="ctr">
                <a:lnSpc>
                  <a:spcPct val="150000"/>
                </a:lnSpc>
                <a:defRPr/>
              </a:pPr>
              <a:r>
                <a:rPr lang="ko-KR" altLang="en-US" sz="1400" b="1" dirty="0">
                  <a:solidFill>
                    <a:prstClr val="white"/>
                  </a:solidFill>
                  <a:latin typeface="Arial Black" panose="020B0A04020102020204" pitchFamily="34" charset="0"/>
                  <a:ea typeface="Noto Sans KR Black" panose="020B0200000000000000" pitchFamily="50" charset="-127"/>
                </a:rPr>
                <a:t>개인 발표</a:t>
              </a:r>
              <a:endParaRPr lang="en-US" altLang="ko-KR" sz="1050" dirty="0">
                <a:solidFill>
                  <a:prstClr val="white"/>
                </a:solidFill>
                <a:latin typeface="Arial Black" panose="020B0A04020102020204" pitchFamily="34" charset="0"/>
                <a:ea typeface="Noto Sans KR Black" panose="020B0200000000000000" pitchFamily="50" charset="-127"/>
              </a:endParaRP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4D1C2197-EABB-0200-69EE-25C3111A30C7}"/>
              </a:ext>
            </a:extLst>
          </p:cNvPr>
          <p:cNvGrpSpPr/>
          <p:nvPr userDrawn="1"/>
        </p:nvGrpSpPr>
        <p:grpSpPr>
          <a:xfrm>
            <a:off x="8538793" y="2333979"/>
            <a:ext cx="1795663" cy="520417"/>
            <a:chOff x="857051" y="2430922"/>
            <a:chExt cx="1795663" cy="520417"/>
          </a:xfrm>
        </p:grpSpPr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3D7389E0-4776-DC9D-F16D-3DEF83770B1A}"/>
                </a:ext>
              </a:extLst>
            </p:cNvPr>
            <p:cNvSpPr/>
            <p:nvPr/>
          </p:nvSpPr>
          <p:spPr>
            <a:xfrm>
              <a:off x="857051" y="2472624"/>
              <a:ext cx="478715" cy="478715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  <a:effectLst>
              <a:outerShdw blurRad="50800" dist="38100" dir="5400000" algn="t" rotWithShape="0">
                <a:prstClr val="black">
                  <a:alpha val="15000"/>
                </a:prstClr>
              </a:outerShdw>
            </a:effectLst>
            <a:scene3d>
              <a:camera prst="orthographicFront"/>
              <a:lightRig rig="balanced" dir="t"/>
            </a:scene3d>
            <a:sp3d prstMaterial="clear">
              <a:bevelT w="127000" h="165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3C201D37-B081-95A2-035B-F99A61762799}"/>
                </a:ext>
              </a:extLst>
            </p:cNvPr>
            <p:cNvSpPr/>
            <p:nvPr/>
          </p:nvSpPr>
          <p:spPr>
            <a:xfrm>
              <a:off x="857051" y="2492959"/>
              <a:ext cx="478715" cy="3569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400" b="1" dirty="0">
                  <a:solidFill>
                    <a:prstClr val="white"/>
                  </a:solidFill>
                  <a:latin typeface="Arial Black" panose="020B0A04020102020204" pitchFamily="34" charset="0"/>
                  <a:ea typeface="맑은 고딕" panose="020B0503020000020004" pitchFamily="50" charset="-127"/>
                </a:rPr>
                <a:t>04</a:t>
              </a:r>
              <a:endPara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0EC505BA-4481-E6FD-42CF-BEB03868F2FF}"/>
                </a:ext>
              </a:extLst>
            </p:cNvPr>
            <p:cNvCxnSpPr>
              <a:cxnSpLocks/>
            </p:cNvCxnSpPr>
            <p:nvPr/>
          </p:nvCxnSpPr>
          <p:spPr>
            <a:xfrm>
              <a:off x="1335766" y="2849957"/>
              <a:ext cx="1316947" cy="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6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D74FA3A2-158F-2E68-5FD6-2CFFE445B80E}"/>
                </a:ext>
              </a:extLst>
            </p:cNvPr>
            <p:cNvSpPr/>
            <p:nvPr/>
          </p:nvSpPr>
          <p:spPr>
            <a:xfrm>
              <a:off x="1335766" y="2430922"/>
              <a:ext cx="1316948" cy="27935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lvl="0" algn="ctr">
                <a:lnSpc>
                  <a:spcPct val="150000"/>
                </a:lnSpc>
                <a:defRPr/>
              </a:pPr>
              <a:r>
                <a:rPr lang="en-US" altLang="ko-KR" sz="1400" dirty="0">
                  <a:solidFill>
                    <a:prstClr val="white"/>
                  </a:solidFill>
                  <a:latin typeface="Arial Black" panose="020B0A04020102020204" pitchFamily="34" charset="0"/>
                  <a:ea typeface="Noto Sans KR Black" panose="020B0200000000000000" pitchFamily="50" charset="-127"/>
                </a:rPr>
                <a:t>Q &amp; A</a:t>
              </a:r>
            </a:p>
          </p:txBody>
        </p:sp>
      </p:grp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36A456EC-8964-85F4-9D22-C7BC776C6333}"/>
              </a:ext>
            </a:extLst>
          </p:cNvPr>
          <p:cNvSpPr/>
          <p:nvPr userDrawn="1"/>
        </p:nvSpPr>
        <p:spPr>
          <a:xfrm>
            <a:off x="2194377" y="3039494"/>
            <a:ext cx="1316947" cy="17992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추진배경</a:t>
            </a:r>
            <a:endParaRPr lang="en-US" altLang="ko-KR" sz="1050" b="1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고객사 설명</a:t>
            </a:r>
            <a:endParaRPr lang="en-US" altLang="ko-KR" sz="1050" b="1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시나리오</a:t>
            </a:r>
            <a:endParaRPr lang="en-US" altLang="ko-KR" sz="1050" b="1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사업 목표</a:t>
            </a:r>
            <a:endParaRPr lang="en-US" altLang="ko-KR" sz="1050" b="1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사용 툴</a:t>
            </a:r>
            <a:endParaRPr lang="en-US" altLang="ko-KR" sz="1050" b="1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프로젝트 기간</a:t>
            </a:r>
            <a:endParaRPr lang="en-US" altLang="ko-KR" sz="1050" b="1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수행 인력</a:t>
            </a:r>
            <a:endParaRPr lang="en-US" altLang="ko-KR" sz="1050" b="1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B8B7C5F7-28AA-30DA-6304-B7AD530B7793}"/>
              </a:ext>
            </a:extLst>
          </p:cNvPr>
          <p:cNvSpPr/>
          <p:nvPr userDrawn="1"/>
        </p:nvSpPr>
        <p:spPr>
          <a:xfrm>
            <a:off x="4468754" y="3057862"/>
            <a:ext cx="1676968" cy="17992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점검 기준</a:t>
            </a:r>
            <a:endParaRPr kumimoji="0" lang="en-US" altLang="ko-KR" sz="105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점검 항목</a:t>
            </a:r>
            <a:endParaRPr lang="en-US" altLang="ko-KR" sz="1050" b="1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자산 목록</a:t>
            </a:r>
            <a:endParaRPr kumimoji="0" lang="en-US" altLang="ko-KR" sz="105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점검 범위</a:t>
            </a:r>
            <a:endParaRPr lang="en-US" altLang="ko-KR" sz="1050" b="1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기존 고객사 인프라</a:t>
            </a:r>
            <a:endParaRPr kumimoji="0" lang="en-US" altLang="ko-KR" sz="105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개선된 인프라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/>
              </a:rPr>
              <a:t>보안 장비</a:t>
            </a:r>
            <a:endParaRPr lang="ko-KR" altLang="en-US" sz="1050" b="1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223D2B8F-1FD7-5162-1B58-DC0A16CA220F}"/>
              </a:ext>
            </a:extLst>
          </p:cNvPr>
          <p:cNvSpPr/>
          <p:nvPr userDrawn="1"/>
        </p:nvSpPr>
        <p:spPr>
          <a:xfrm>
            <a:off x="6743130" y="3039494"/>
            <a:ext cx="1676970" cy="17992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담당 업무</a:t>
            </a:r>
            <a:endParaRPr lang="en-US" altLang="ko-KR" sz="1050" b="1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취약점</a:t>
            </a:r>
            <a:endParaRPr lang="en-US" altLang="ko-KR" sz="1050" b="1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시나리오</a:t>
            </a:r>
            <a:endParaRPr kumimoji="0" lang="en-US" altLang="ko-KR" sz="105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보안 점검</a:t>
            </a:r>
            <a:endParaRPr lang="en-US" altLang="ko-KR" sz="1050" b="1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트러블 슈팅</a:t>
            </a:r>
            <a:endParaRPr kumimoji="0" lang="en-US" altLang="ko-KR" sz="105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프로젝트 후 느낀 점</a:t>
            </a:r>
            <a:endParaRPr kumimoji="0" lang="en-US" altLang="ko-KR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1EBB5691-13FE-F7EE-2A27-488C61A3F755}"/>
              </a:ext>
            </a:extLst>
          </p:cNvPr>
          <p:cNvSpPr/>
          <p:nvPr userDrawn="1"/>
        </p:nvSpPr>
        <p:spPr>
          <a:xfrm>
            <a:off x="9017508" y="3056992"/>
            <a:ext cx="1316947" cy="17992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질의 응답</a:t>
            </a:r>
            <a:endParaRPr kumimoji="0" lang="en-US" altLang="ko-KR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84555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1">
    <p:bg>
      <p:bgPr>
        <a:pattFill prst="lgGrid">
          <a:fgClr>
            <a:srgbClr val="1B2335"/>
          </a:fgClr>
          <a:bgClr>
            <a:srgbClr val="161C2A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FF2DA30-6E46-4781-A24E-22BEFDC93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2026-06-30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6E6DFE5-8E83-400E-805F-69D1FE731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DD16593-628A-472D-A9C3-C41BD8886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49D7317D-8D60-E7E3-F03D-D82115CF413F}"/>
              </a:ext>
            </a:extLst>
          </p:cNvPr>
          <p:cNvSpPr/>
          <p:nvPr userDrawn="1"/>
        </p:nvSpPr>
        <p:spPr>
          <a:xfrm>
            <a:off x="109527" y="151352"/>
            <a:ext cx="11972945" cy="6706648"/>
          </a:xfrm>
          <a:custGeom>
            <a:avLst/>
            <a:gdLst>
              <a:gd name="connsiteX0" fmla="*/ 286460 w 11972945"/>
              <a:gd name="connsiteY0" fmla="*/ 0 h 6706648"/>
              <a:gd name="connsiteX1" fmla="*/ 11686485 w 11972945"/>
              <a:gd name="connsiteY1" fmla="*/ 0 h 6706648"/>
              <a:gd name="connsiteX2" fmla="*/ 11972945 w 11972945"/>
              <a:gd name="connsiteY2" fmla="*/ 286460 h 6706648"/>
              <a:gd name="connsiteX3" fmla="*/ 11972945 w 11972945"/>
              <a:gd name="connsiteY3" fmla="*/ 6706648 h 6706648"/>
              <a:gd name="connsiteX4" fmla="*/ 11734820 w 11972945"/>
              <a:gd name="connsiteY4" fmla="*/ 6706648 h 6706648"/>
              <a:gd name="connsiteX5" fmla="*/ 11734820 w 11972945"/>
              <a:gd name="connsiteY5" fmla="*/ 410600 h 6706648"/>
              <a:gd name="connsiteX6" fmla="*/ 11593530 w 11972945"/>
              <a:gd name="connsiteY6" fmla="*/ 269310 h 6706648"/>
              <a:gd name="connsiteX7" fmla="*/ 379414 w 11972945"/>
              <a:gd name="connsiteY7" fmla="*/ 269310 h 6706648"/>
              <a:gd name="connsiteX8" fmla="*/ 238124 w 11972945"/>
              <a:gd name="connsiteY8" fmla="*/ 410600 h 6706648"/>
              <a:gd name="connsiteX9" fmla="*/ 238124 w 11972945"/>
              <a:gd name="connsiteY9" fmla="*/ 6706648 h 6706648"/>
              <a:gd name="connsiteX10" fmla="*/ 0 w 11972945"/>
              <a:gd name="connsiteY10" fmla="*/ 6706648 h 6706648"/>
              <a:gd name="connsiteX11" fmla="*/ 0 w 11972945"/>
              <a:gd name="connsiteY11" fmla="*/ 286460 h 6706648"/>
              <a:gd name="connsiteX12" fmla="*/ 286460 w 11972945"/>
              <a:gd name="connsiteY12" fmla="*/ 0 h 6706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72945" h="6706648">
                <a:moveTo>
                  <a:pt x="286460" y="0"/>
                </a:moveTo>
                <a:lnTo>
                  <a:pt x="11686485" y="0"/>
                </a:lnTo>
                <a:cubicBezTo>
                  <a:pt x="11844692" y="0"/>
                  <a:pt x="11972945" y="128253"/>
                  <a:pt x="11972945" y="286460"/>
                </a:cubicBezTo>
                <a:lnTo>
                  <a:pt x="11972945" y="6706648"/>
                </a:lnTo>
                <a:lnTo>
                  <a:pt x="11734820" y="6706648"/>
                </a:lnTo>
                <a:lnTo>
                  <a:pt x="11734820" y="410600"/>
                </a:lnTo>
                <a:cubicBezTo>
                  <a:pt x="11734820" y="332568"/>
                  <a:pt x="11671562" y="269310"/>
                  <a:pt x="11593530" y="269310"/>
                </a:cubicBezTo>
                <a:lnTo>
                  <a:pt x="379414" y="269310"/>
                </a:lnTo>
                <a:cubicBezTo>
                  <a:pt x="301382" y="269310"/>
                  <a:pt x="238124" y="332568"/>
                  <a:pt x="238124" y="410600"/>
                </a:cubicBezTo>
                <a:lnTo>
                  <a:pt x="238124" y="6706648"/>
                </a:lnTo>
                <a:lnTo>
                  <a:pt x="0" y="6706648"/>
                </a:lnTo>
                <a:lnTo>
                  <a:pt x="0" y="286460"/>
                </a:lnTo>
                <a:cubicBezTo>
                  <a:pt x="0" y="128253"/>
                  <a:pt x="128253" y="0"/>
                  <a:pt x="286460" y="0"/>
                </a:cubicBezTo>
                <a:close/>
              </a:path>
            </a:pathLst>
          </a:custGeom>
          <a:solidFill>
            <a:schemeClr val="bg1"/>
          </a:solidFill>
          <a:ln w="44450">
            <a:noFill/>
          </a:ln>
          <a:scene3d>
            <a:camera prst="orthographicFront"/>
            <a:lightRig rig="balanced" dir="t"/>
          </a:scene3d>
          <a:sp3d prstMaterial="clear">
            <a:bevelT w="127000" h="165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사각형: 둥근 모서리 3">
            <a:extLst>
              <a:ext uri="{FF2B5EF4-FFF2-40B4-BE49-F238E27FC236}">
                <a16:creationId xmlns:a16="http://schemas.microsoft.com/office/drawing/2014/main" id="{D8B937C5-D8E1-6031-493D-C11E27275918}"/>
              </a:ext>
            </a:extLst>
          </p:cNvPr>
          <p:cNvSpPr/>
          <p:nvPr userDrawn="1"/>
        </p:nvSpPr>
        <p:spPr>
          <a:xfrm>
            <a:off x="461962" y="549142"/>
            <a:ext cx="11268076" cy="461982"/>
          </a:xfrm>
          <a:prstGeom prst="roundRect">
            <a:avLst>
              <a:gd name="adj" fmla="val 25278"/>
            </a:avLst>
          </a:prstGeom>
          <a:solidFill>
            <a:srgbClr val="484F6A">
              <a:alpha val="66000"/>
            </a:srgbClr>
          </a:solidFill>
          <a:ln w="9525">
            <a:solidFill>
              <a:schemeClr val="bg1">
                <a:alpha val="4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000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/>
              </a:rPr>
              <a:t> </a:t>
            </a:r>
            <a:endParaRPr lang="ko-KR" altLang="en-US" sz="2000" dirty="0">
              <a:solidFill>
                <a:schemeClr val="bg1"/>
              </a:solidFill>
              <a:ea typeface="Noto Sans KR Black"/>
            </a:endParaRPr>
          </a:p>
        </p:txBody>
      </p:sp>
      <p:sp>
        <p:nvSpPr>
          <p:cNvPr id="9" name="타원 26">
            <a:extLst>
              <a:ext uri="{FF2B5EF4-FFF2-40B4-BE49-F238E27FC236}">
                <a16:creationId xmlns:a16="http://schemas.microsoft.com/office/drawing/2014/main" id="{70391268-9E70-8EFE-DB72-A5889522CEFE}"/>
              </a:ext>
            </a:extLst>
          </p:cNvPr>
          <p:cNvSpPr/>
          <p:nvPr/>
        </p:nvSpPr>
        <p:spPr>
          <a:xfrm>
            <a:off x="4646840" y="3043942"/>
            <a:ext cx="772678" cy="792077"/>
          </a:xfrm>
          <a:prstGeom prst="ellipse">
            <a:avLst/>
          </a:prstGeom>
          <a:solidFill>
            <a:schemeClr val="bg1"/>
          </a:solidFill>
          <a:ln w="19050">
            <a:noFill/>
          </a:ln>
          <a:effectLst>
            <a:outerShdw blurRad="50800" dist="38100" dir="5400000" algn="t" rotWithShape="0">
              <a:prstClr val="black">
                <a:alpha val="15000"/>
              </a:prstClr>
            </a:outerShdw>
          </a:effectLst>
          <a:scene3d>
            <a:camera prst="orthographicFront"/>
            <a:lightRig rig="balanced" dir="t"/>
          </a:scene3d>
          <a:sp3d prstMaterial="clear">
            <a:bevelT w="127000" h="165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30">
            <a:extLst>
              <a:ext uri="{FF2B5EF4-FFF2-40B4-BE49-F238E27FC236}">
                <a16:creationId xmlns:a16="http://schemas.microsoft.com/office/drawing/2014/main" id="{7E9ABD0B-D393-5095-1189-5F4EFDB36C30}"/>
              </a:ext>
            </a:extLst>
          </p:cNvPr>
          <p:cNvSpPr/>
          <p:nvPr/>
        </p:nvSpPr>
        <p:spPr>
          <a:xfrm>
            <a:off x="4646840" y="3020424"/>
            <a:ext cx="772678" cy="671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cxnSp>
        <p:nvCxnSpPr>
          <p:cNvPr id="11" name="직선 연결선 34">
            <a:extLst>
              <a:ext uri="{FF2B5EF4-FFF2-40B4-BE49-F238E27FC236}">
                <a16:creationId xmlns:a16="http://schemas.microsoft.com/office/drawing/2014/main" id="{DBA15ED7-7758-7228-2604-FB31D6DC1F41}"/>
              </a:ext>
            </a:extLst>
          </p:cNvPr>
          <p:cNvCxnSpPr>
            <a:cxnSpLocks/>
          </p:cNvCxnSpPr>
          <p:nvPr/>
        </p:nvCxnSpPr>
        <p:spPr>
          <a:xfrm>
            <a:off x="5419518" y="3691792"/>
            <a:ext cx="2125640" cy="0"/>
          </a:xfrm>
          <a:prstGeom prst="lin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glow rad="101600">
              <a:schemeClr val="bg1">
                <a:lumMod val="65000"/>
                <a:alpha val="6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8076A9BE-CF3F-4D54-E5AC-275A8024A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708" y="565271"/>
            <a:ext cx="471742" cy="471742"/>
          </a:xfrm>
          <a:prstGeom prst="rect">
            <a:avLst/>
          </a:prstGeom>
        </p:spPr>
      </p:pic>
      <p:grpSp>
        <p:nvGrpSpPr>
          <p:cNvPr id="18" name="그룹 4">
            <a:extLst>
              <a:ext uri="{FF2B5EF4-FFF2-40B4-BE49-F238E27FC236}">
                <a16:creationId xmlns:a16="http://schemas.microsoft.com/office/drawing/2014/main" id="{5C7C9C2C-A1FD-9FF4-338C-AF1A0F7ABBDB}"/>
              </a:ext>
            </a:extLst>
          </p:cNvPr>
          <p:cNvGrpSpPr/>
          <p:nvPr userDrawn="1"/>
        </p:nvGrpSpPr>
        <p:grpSpPr>
          <a:xfrm>
            <a:off x="2595166" y="473130"/>
            <a:ext cx="68169" cy="611544"/>
            <a:chOff x="8714720" y="1683574"/>
            <a:chExt cx="68169" cy="611544"/>
          </a:xfrm>
        </p:grpSpPr>
        <p:sp>
          <p:nvSpPr>
            <p:cNvPr id="19" name="이등변 삼각형 6">
              <a:extLst>
                <a:ext uri="{FF2B5EF4-FFF2-40B4-BE49-F238E27FC236}">
                  <a16:creationId xmlns:a16="http://schemas.microsoft.com/office/drawing/2014/main" id="{D76AC7BE-DE07-E4A6-C8E6-45839E85DEEC}"/>
                </a:ext>
              </a:extLst>
            </p:cNvPr>
            <p:cNvSpPr/>
            <p:nvPr/>
          </p:nvSpPr>
          <p:spPr>
            <a:xfrm>
              <a:off x="8714720" y="2236351"/>
              <a:ext cx="68169" cy="58767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0" name="이등변 삼각형 20">
              <a:extLst>
                <a:ext uri="{FF2B5EF4-FFF2-40B4-BE49-F238E27FC236}">
                  <a16:creationId xmlns:a16="http://schemas.microsoft.com/office/drawing/2014/main" id="{76D0E514-DA0D-A61B-BDEB-82000D251E15}"/>
                </a:ext>
              </a:extLst>
            </p:cNvPr>
            <p:cNvSpPr/>
            <p:nvPr/>
          </p:nvSpPr>
          <p:spPr>
            <a:xfrm rot="10800000">
              <a:off x="8714720" y="1683574"/>
              <a:ext cx="68169" cy="50123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21" name="직선 연결선 24">
              <a:extLst>
                <a:ext uri="{FF2B5EF4-FFF2-40B4-BE49-F238E27FC236}">
                  <a16:creationId xmlns:a16="http://schemas.microsoft.com/office/drawing/2014/main" id="{933DBC7F-F64B-79A3-C668-43A76BD70500}"/>
                </a:ext>
              </a:extLst>
            </p:cNvPr>
            <p:cNvCxnSpPr>
              <a:cxnSpLocks/>
            </p:cNvCxnSpPr>
            <p:nvPr/>
          </p:nvCxnSpPr>
          <p:spPr>
            <a:xfrm>
              <a:off x="8747964" y="1733697"/>
              <a:ext cx="841" cy="50400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8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</p:grpSp>
      <p:sp>
        <p:nvSpPr>
          <p:cNvPr id="24" name="직사각형 30">
            <a:extLst>
              <a:ext uri="{FF2B5EF4-FFF2-40B4-BE49-F238E27FC236}">
                <a16:creationId xmlns:a16="http://schemas.microsoft.com/office/drawing/2014/main" id="{EB26978D-EE29-9D8F-CCF4-A9BDF9E35221}"/>
              </a:ext>
            </a:extLst>
          </p:cNvPr>
          <p:cNvSpPr/>
          <p:nvPr userDrawn="1"/>
        </p:nvSpPr>
        <p:spPr>
          <a:xfrm>
            <a:off x="4663507" y="3035242"/>
            <a:ext cx="772678" cy="671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맑은 고딕"/>
                <a:cs typeface="+mn-cs"/>
              </a:rPr>
              <a:t>01</a:t>
            </a:r>
            <a:endParaRPr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맑은 고딕"/>
            </a:endParaRPr>
          </a:p>
        </p:txBody>
      </p:sp>
      <p:sp>
        <p:nvSpPr>
          <p:cNvPr id="25" name="직사각형 43">
            <a:extLst>
              <a:ext uri="{FF2B5EF4-FFF2-40B4-BE49-F238E27FC236}">
                <a16:creationId xmlns:a16="http://schemas.microsoft.com/office/drawing/2014/main" id="{8568850F-673E-DAB7-0CD1-FFE7A27D4728}"/>
              </a:ext>
            </a:extLst>
          </p:cNvPr>
          <p:cNvSpPr/>
          <p:nvPr userDrawn="1"/>
        </p:nvSpPr>
        <p:spPr>
          <a:xfrm>
            <a:off x="5452852" y="3083528"/>
            <a:ext cx="2125642" cy="462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Noto Sans KR Medium" panose="020B0200000000000000"/>
              </a:rPr>
              <a:t>프로젝트 배경</a:t>
            </a: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Noto Sans KR Medium" panose="020B02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39577337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시나리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2026-06-30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B9C1C56E-68F8-A992-19BB-C3412AB35A80}"/>
              </a:ext>
            </a:extLst>
          </p:cNvPr>
          <p:cNvSpPr/>
          <p:nvPr userDrawn="1"/>
        </p:nvSpPr>
        <p:spPr>
          <a:xfrm>
            <a:off x="109528" y="151352"/>
            <a:ext cx="11972945" cy="6706648"/>
          </a:xfrm>
          <a:custGeom>
            <a:avLst/>
            <a:gdLst>
              <a:gd name="connsiteX0" fmla="*/ 286460 w 11972945"/>
              <a:gd name="connsiteY0" fmla="*/ 0 h 6706648"/>
              <a:gd name="connsiteX1" fmla="*/ 11686485 w 11972945"/>
              <a:gd name="connsiteY1" fmla="*/ 0 h 6706648"/>
              <a:gd name="connsiteX2" fmla="*/ 11972945 w 11972945"/>
              <a:gd name="connsiteY2" fmla="*/ 286460 h 6706648"/>
              <a:gd name="connsiteX3" fmla="*/ 11972945 w 11972945"/>
              <a:gd name="connsiteY3" fmla="*/ 6706648 h 6706648"/>
              <a:gd name="connsiteX4" fmla="*/ 11734820 w 11972945"/>
              <a:gd name="connsiteY4" fmla="*/ 6706648 h 6706648"/>
              <a:gd name="connsiteX5" fmla="*/ 11734820 w 11972945"/>
              <a:gd name="connsiteY5" fmla="*/ 410600 h 6706648"/>
              <a:gd name="connsiteX6" fmla="*/ 11593530 w 11972945"/>
              <a:gd name="connsiteY6" fmla="*/ 269310 h 6706648"/>
              <a:gd name="connsiteX7" fmla="*/ 379414 w 11972945"/>
              <a:gd name="connsiteY7" fmla="*/ 269310 h 6706648"/>
              <a:gd name="connsiteX8" fmla="*/ 238124 w 11972945"/>
              <a:gd name="connsiteY8" fmla="*/ 410600 h 6706648"/>
              <a:gd name="connsiteX9" fmla="*/ 238124 w 11972945"/>
              <a:gd name="connsiteY9" fmla="*/ 6706648 h 6706648"/>
              <a:gd name="connsiteX10" fmla="*/ 0 w 11972945"/>
              <a:gd name="connsiteY10" fmla="*/ 6706648 h 6706648"/>
              <a:gd name="connsiteX11" fmla="*/ 0 w 11972945"/>
              <a:gd name="connsiteY11" fmla="*/ 286460 h 6706648"/>
              <a:gd name="connsiteX12" fmla="*/ 286460 w 11972945"/>
              <a:gd name="connsiteY12" fmla="*/ 0 h 6706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72945" h="6706648">
                <a:moveTo>
                  <a:pt x="286460" y="0"/>
                </a:moveTo>
                <a:lnTo>
                  <a:pt x="11686485" y="0"/>
                </a:lnTo>
                <a:cubicBezTo>
                  <a:pt x="11844692" y="0"/>
                  <a:pt x="11972945" y="128253"/>
                  <a:pt x="11972945" y="286460"/>
                </a:cubicBezTo>
                <a:lnTo>
                  <a:pt x="11972945" y="6706648"/>
                </a:lnTo>
                <a:lnTo>
                  <a:pt x="11734820" y="6706648"/>
                </a:lnTo>
                <a:lnTo>
                  <a:pt x="11734820" y="410600"/>
                </a:lnTo>
                <a:cubicBezTo>
                  <a:pt x="11734820" y="332568"/>
                  <a:pt x="11671562" y="269310"/>
                  <a:pt x="11593530" y="269310"/>
                </a:cubicBezTo>
                <a:lnTo>
                  <a:pt x="379414" y="269310"/>
                </a:lnTo>
                <a:cubicBezTo>
                  <a:pt x="301382" y="269310"/>
                  <a:pt x="238124" y="332568"/>
                  <a:pt x="238124" y="410600"/>
                </a:cubicBezTo>
                <a:lnTo>
                  <a:pt x="238124" y="6706648"/>
                </a:lnTo>
                <a:lnTo>
                  <a:pt x="0" y="6706648"/>
                </a:lnTo>
                <a:lnTo>
                  <a:pt x="0" y="286460"/>
                </a:lnTo>
                <a:cubicBezTo>
                  <a:pt x="0" y="128253"/>
                  <a:pt x="128253" y="0"/>
                  <a:pt x="28646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44450">
            <a:solidFill>
              <a:schemeClr val="bg1">
                <a:lumMod val="65000"/>
              </a:schemeClr>
            </a:solidFill>
          </a:ln>
          <a:scene3d>
            <a:camera prst="orthographicFront"/>
            <a:lightRig rig="balanced" dir="t"/>
          </a:scene3d>
          <a:sp3d prstMaterial="clear">
            <a:bevelT w="127000" h="165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사각형: 둥근 모서리 3">
            <a:extLst>
              <a:ext uri="{FF2B5EF4-FFF2-40B4-BE49-F238E27FC236}">
                <a16:creationId xmlns:a16="http://schemas.microsoft.com/office/drawing/2014/main" id="{919C9A8A-338A-724D-194A-F50300BE44AC}"/>
              </a:ext>
            </a:extLst>
          </p:cNvPr>
          <p:cNvSpPr/>
          <p:nvPr userDrawn="1"/>
        </p:nvSpPr>
        <p:spPr>
          <a:xfrm>
            <a:off x="461962" y="549142"/>
            <a:ext cx="11268076" cy="461982"/>
          </a:xfrm>
          <a:prstGeom prst="roundRect">
            <a:avLst>
              <a:gd name="adj" fmla="val 25278"/>
            </a:avLst>
          </a:prstGeom>
          <a:solidFill>
            <a:srgbClr val="373E54"/>
          </a:solidFill>
          <a:ln w="9525">
            <a:solidFill>
              <a:srgbClr val="171C2D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ko-KR" altLang="en-US" sz="2000" b="1" dirty="0">
              <a:solidFill>
                <a:schemeClr val="bg1"/>
              </a:solidFill>
              <a:latin typeface="Arial Black" panose="020B0A04020102020204" pitchFamily="34" charset="0"/>
              <a:ea typeface="Noto Sans KR Black"/>
            </a:endParaRPr>
          </a:p>
        </p:txBody>
      </p:sp>
      <p:sp>
        <p:nvSpPr>
          <p:cNvPr id="12" name="직사각형 82">
            <a:extLst>
              <a:ext uri="{FF2B5EF4-FFF2-40B4-BE49-F238E27FC236}">
                <a16:creationId xmlns:a16="http://schemas.microsoft.com/office/drawing/2014/main" id="{0350D91F-0E8D-CEC0-5488-02AA0E01F7C8}"/>
              </a:ext>
            </a:extLst>
          </p:cNvPr>
          <p:cNvSpPr/>
          <p:nvPr userDrawn="1"/>
        </p:nvSpPr>
        <p:spPr>
          <a:xfrm>
            <a:off x="2778633" y="4248060"/>
            <a:ext cx="6287473" cy="10025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endParaRPr lang="ko-KR" altLang="en-US" sz="2400" b="1" dirty="0">
              <a:solidFill>
                <a:schemeClr val="tx1"/>
              </a:solidFill>
              <a:ea typeface="Noto Sans KR Black"/>
            </a:endParaRPr>
          </a:p>
        </p:txBody>
      </p:sp>
      <p:sp>
        <p:nvSpPr>
          <p:cNvPr id="15" name="그림 개체 틀 14"/>
          <p:cNvSpPr>
            <a:spLocks noGrp="1"/>
          </p:cNvSpPr>
          <p:nvPr>
            <p:ph type="pic" sz="quarter" idx="13"/>
          </p:nvPr>
        </p:nvSpPr>
        <p:spPr>
          <a:xfrm>
            <a:off x="3824287" y="1560484"/>
            <a:ext cx="4572000" cy="2082800"/>
          </a:xfrm>
        </p:spPr>
        <p:txBody>
          <a:bodyPr/>
          <a:lstStyle/>
          <a:p>
            <a:endParaRPr lang="ko-KR" altLang="en-US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8076A9BE-CF3F-4D54-E5AC-275A8024A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708" y="565271"/>
            <a:ext cx="471742" cy="471742"/>
          </a:xfrm>
          <a:prstGeom prst="rect">
            <a:avLst/>
          </a:prstGeom>
        </p:spPr>
      </p:pic>
      <p:grpSp>
        <p:nvGrpSpPr>
          <p:cNvPr id="14" name="그룹 4">
            <a:extLst>
              <a:ext uri="{FF2B5EF4-FFF2-40B4-BE49-F238E27FC236}">
                <a16:creationId xmlns:a16="http://schemas.microsoft.com/office/drawing/2014/main" id="{5C7C9C2C-A1FD-9FF4-338C-AF1A0F7ABBDB}"/>
              </a:ext>
            </a:extLst>
          </p:cNvPr>
          <p:cNvGrpSpPr/>
          <p:nvPr userDrawn="1"/>
        </p:nvGrpSpPr>
        <p:grpSpPr>
          <a:xfrm>
            <a:off x="2595166" y="473130"/>
            <a:ext cx="68169" cy="611544"/>
            <a:chOff x="8714720" y="1683574"/>
            <a:chExt cx="68169" cy="611544"/>
          </a:xfrm>
        </p:grpSpPr>
        <p:sp>
          <p:nvSpPr>
            <p:cNvPr id="17" name="이등변 삼각형 6">
              <a:extLst>
                <a:ext uri="{FF2B5EF4-FFF2-40B4-BE49-F238E27FC236}">
                  <a16:creationId xmlns:a16="http://schemas.microsoft.com/office/drawing/2014/main" id="{D76AC7BE-DE07-E4A6-C8E6-45839E85DEEC}"/>
                </a:ext>
              </a:extLst>
            </p:cNvPr>
            <p:cNvSpPr/>
            <p:nvPr/>
          </p:nvSpPr>
          <p:spPr>
            <a:xfrm>
              <a:off x="8714720" y="2236351"/>
              <a:ext cx="68169" cy="58767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이등변 삼각형 20">
              <a:extLst>
                <a:ext uri="{FF2B5EF4-FFF2-40B4-BE49-F238E27FC236}">
                  <a16:creationId xmlns:a16="http://schemas.microsoft.com/office/drawing/2014/main" id="{76D0E514-DA0D-A61B-BDEB-82000D251E15}"/>
                </a:ext>
              </a:extLst>
            </p:cNvPr>
            <p:cNvSpPr/>
            <p:nvPr/>
          </p:nvSpPr>
          <p:spPr>
            <a:xfrm rot="10800000">
              <a:off x="8714720" y="1683574"/>
              <a:ext cx="68169" cy="50123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9" name="직선 연결선 24">
              <a:extLst>
                <a:ext uri="{FF2B5EF4-FFF2-40B4-BE49-F238E27FC236}">
                  <a16:creationId xmlns:a16="http://schemas.microsoft.com/office/drawing/2014/main" id="{933DBC7F-F64B-79A3-C668-43A76BD70500}"/>
                </a:ext>
              </a:extLst>
            </p:cNvPr>
            <p:cNvCxnSpPr>
              <a:cxnSpLocks/>
            </p:cNvCxnSpPr>
            <p:nvPr/>
          </p:nvCxnSpPr>
          <p:spPr>
            <a:xfrm>
              <a:off x="8747964" y="1733697"/>
              <a:ext cx="841" cy="50400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8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</p:grpSp>
      <p:sp>
        <p:nvSpPr>
          <p:cNvPr id="13" name="텍스트 개체 틀 12"/>
          <p:cNvSpPr>
            <a:spLocks noGrp="1"/>
          </p:cNvSpPr>
          <p:nvPr>
            <p:ph type="body" sz="quarter" idx="14" hasCustomPrompt="1"/>
          </p:nvPr>
        </p:nvSpPr>
        <p:spPr>
          <a:xfrm>
            <a:off x="4593367" y="625826"/>
            <a:ext cx="3005267" cy="444672"/>
          </a:xfrm>
        </p:spPr>
        <p:txBody>
          <a:bodyPr>
            <a:normAutofit/>
          </a:bodyPr>
          <a:lstStyle>
            <a:lvl1pPr marL="0" indent="0" algn="ctr">
              <a:buNone/>
              <a:defRPr sz="2200" b="1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ko-KR" altLang="en-US" dirty="0" err="1"/>
              <a:t>제목입력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6885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1">
    <p:bg>
      <p:bgPr>
        <a:pattFill prst="lgGrid">
          <a:fgClr>
            <a:srgbClr val="1B2335"/>
          </a:fgClr>
          <a:bgClr>
            <a:srgbClr val="161C2A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FF2DA30-6E46-4781-A24E-22BEFDC93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2026-06-30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6E6DFE5-8E83-400E-805F-69D1FE731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DD16593-628A-472D-A9C3-C41BD8886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49D7317D-8D60-E7E3-F03D-D82115CF413F}"/>
              </a:ext>
            </a:extLst>
          </p:cNvPr>
          <p:cNvSpPr/>
          <p:nvPr userDrawn="1"/>
        </p:nvSpPr>
        <p:spPr>
          <a:xfrm>
            <a:off x="109527" y="151352"/>
            <a:ext cx="11972945" cy="6706648"/>
          </a:xfrm>
          <a:custGeom>
            <a:avLst/>
            <a:gdLst>
              <a:gd name="connsiteX0" fmla="*/ 286460 w 11972945"/>
              <a:gd name="connsiteY0" fmla="*/ 0 h 6706648"/>
              <a:gd name="connsiteX1" fmla="*/ 11686485 w 11972945"/>
              <a:gd name="connsiteY1" fmla="*/ 0 h 6706648"/>
              <a:gd name="connsiteX2" fmla="*/ 11972945 w 11972945"/>
              <a:gd name="connsiteY2" fmla="*/ 286460 h 6706648"/>
              <a:gd name="connsiteX3" fmla="*/ 11972945 w 11972945"/>
              <a:gd name="connsiteY3" fmla="*/ 6706648 h 6706648"/>
              <a:gd name="connsiteX4" fmla="*/ 11734820 w 11972945"/>
              <a:gd name="connsiteY4" fmla="*/ 6706648 h 6706648"/>
              <a:gd name="connsiteX5" fmla="*/ 11734820 w 11972945"/>
              <a:gd name="connsiteY5" fmla="*/ 410600 h 6706648"/>
              <a:gd name="connsiteX6" fmla="*/ 11593530 w 11972945"/>
              <a:gd name="connsiteY6" fmla="*/ 269310 h 6706648"/>
              <a:gd name="connsiteX7" fmla="*/ 379414 w 11972945"/>
              <a:gd name="connsiteY7" fmla="*/ 269310 h 6706648"/>
              <a:gd name="connsiteX8" fmla="*/ 238124 w 11972945"/>
              <a:gd name="connsiteY8" fmla="*/ 410600 h 6706648"/>
              <a:gd name="connsiteX9" fmla="*/ 238124 w 11972945"/>
              <a:gd name="connsiteY9" fmla="*/ 6706648 h 6706648"/>
              <a:gd name="connsiteX10" fmla="*/ 0 w 11972945"/>
              <a:gd name="connsiteY10" fmla="*/ 6706648 h 6706648"/>
              <a:gd name="connsiteX11" fmla="*/ 0 w 11972945"/>
              <a:gd name="connsiteY11" fmla="*/ 286460 h 6706648"/>
              <a:gd name="connsiteX12" fmla="*/ 286460 w 11972945"/>
              <a:gd name="connsiteY12" fmla="*/ 0 h 6706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72945" h="6706648">
                <a:moveTo>
                  <a:pt x="286460" y="0"/>
                </a:moveTo>
                <a:lnTo>
                  <a:pt x="11686485" y="0"/>
                </a:lnTo>
                <a:cubicBezTo>
                  <a:pt x="11844692" y="0"/>
                  <a:pt x="11972945" y="128253"/>
                  <a:pt x="11972945" y="286460"/>
                </a:cubicBezTo>
                <a:lnTo>
                  <a:pt x="11972945" y="6706648"/>
                </a:lnTo>
                <a:lnTo>
                  <a:pt x="11734820" y="6706648"/>
                </a:lnTo>
                <a:lnTo>
                  <a:pt x="11734820" y="410600"/>
                </a:lnTo>
                <a:cubicBezTo>
                  <a:pt x="11734820" y="332568"/>
                  <a:pt x="11671562" y="269310"/>
                  <a:pt x="11593530" y="269310"/>
                </a:cubicBezTo>
                <a:lnTo>
                  <a:pt x="379414" y="269310"/>
                </a:lnTo>
                <a:cubicBezTo>
                  <a:pt x="301382" y="269310"/>
                  <a:pt x="238124" y="332568"/>
                  <a:pt x="238124" y="410600"/>
                </a:cubicBezTo>
                <a:lnTo>
                  <a:pt x="238124" y="6706648"/>
                </a:lnTo>
                <a:lnTo>
                  <a:pt x="0" y="6706648"/>
                </a:lnTo>
                <a:lnTo>
                  <a:pt x="0" y="286460"/>
                </a:lnTo>
                <a:cubicBezTo>
                  <a:pt x="0" y="128253"/>
                  <a:pt x="128253" y="0"/>
                  <a:pt x="286460" y="0"/>
                </a:cubicBezTo>
                <a:close/>
              </a:path>
            </a:pathLst>
          </a:custGeom>
          <a:solidFill>
            <a:schemeClr val="bg1"/>
          </a:solidFill>
          <a:ln w="44450">
            <a:noFill/>
          </a:ln>
          <a:scene3d>
            <a:camera prst="orthographicFront"/>
            <a:lightRig rig="balanced" dir="t"/>
          </a:scene3d>
          <a:sp3d prstMaterial="clear">
            <a:bevelT w="127000" h="165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사각형: 둥근 모서리 3">
            <a:extLst>
              <a:ext uri="{FF2B5EF4-FFF2-40B4-BE49-F238E27FC236}">
                <a16:creationId xmlns:a16="http://schemas.microsoft.com/office/drawing/2014/main" id="{D8B937C5-D8E1-6031-493D-C11E27275918}"/>
              </a:ext>
            </a:extLst>
          </p:cNvPr>
          <p:cNvSpPr/>
          <p:nvPr userDrawn="1"/>
        </p:nvSpPr>
        <p:spPr>
          <a:xfrm>
            <a:off x="461962" y="549142"/>
            <a:ext cx="11268076" cy="461982"/>
          </a:xfrm>
          <a:prstGeom prst="roundRect">
            <a:avLst>
              <a:gd name="adj" fmla="val 25278"/>
            </a:avLst>
          </a:prstGeom>
          <a:solidFill>
            <a:srgbClr val="484F6A">
              <a:alpha val="66000"/>
            </a:srgbClr>
          </a:solidFill>
          <a:ln w="9525">
            <a:solidFill>
              <a:schemeClr val="bg1">
                <a:alpha val="4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000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/>
              </a:rPr>
              <a:t> </a:t>
            </a:r>
            <a:endParaRPr lang="ko-KR" altLang="en-US" sz="2000" dirty="0">
              <a:solidFill>
                <a:schemeClr val="bg1"/>
              </a:solidFill>
              <a:ea typeface="Noto Sans KR Black"/>
            </a:endParaRPr>
          </a:p>
        </p:txBody>
      </p:sp>
      <p:sp>
        <p:nvSpPr>
          <p:cNvPr id="9" name="타원 26">
            <a:extLst>
              <a:ext uri="{FF2B5EF4-FFF2-40B4-BE49-F238E27FC236}">
                <a16:creationId xmlns:a16="http://schemas.microsoft.com/office/drawing/2014/main" id="{70391268-9E70-8EFE-DB72-A5889522CEFE}"/>
              </a:ext>
            </a:extLst>
          </p:cNvPr>
          <p:cNvSpPr/>
          <p:nvPr/>
        </p:nvSpPr>
        <p:spPr>
          <a:xfrm>
            <a:off x="4646840" y="3043942"/>
            <a:ext cx="772678" cy="792077"/>
          </a:xfrm>
          <a:prstGeom prst="ellipse">
            <a:avLst/>
          </a:prstGeom>
          <a:solidFill>
            <a:schemeClr val="bg1"/>
          </a:solidFill>
          <a:ln w="19050">
            <a:noFill/>
          </a:ln>
          <a:effectLst>
            <a:outerShdw blurRad="50800" dist="38100" dir="5400000" algn="t" rotWithShape="0">
              <a:prstClr val="black">
                <a:alpha val="15000"/>
              </a:prstClr>
            </a:outerShdw>
          </a:effectLst>
          <a:scene3d>
            <a:camera prst="orthographicFront"/>
            <a:lightRig rig="balanced" dir="t"/>
          </a:scene3d>
          <a:sp3d prstMaterial="clear">
            <a:bevelT w="127000" h="165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30">
            <a:extLst>
              <a:ext uri="{FF2B5EF4-FFF2-40B4-BE49-F238E27FC236}">
                <a16:creationId xmlns:a16="http://schemas.microsoft.com/office/drawing/2014/main" id="{7E9ABD0B-D393-5095-1189-5F4EFDB36C30}"/>
              </a:ext>
            </a:extLst>
          </p:cNvPr>
          <p:cNvSpPr/>
          <p:nvPr/>
        </p:nvSpPr>
        <p:spPr>
          <a:xfrm>
            <a:off x="4646840" y="3020424"/>
            <a:ext cx="772678" cy="671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cxnSp>
        <p:nvCxnSpPr>
          <p:cNvPr id="11" name="직선 연결선 34">
            <a:extLst>
              <a:ext uri="{FF2B5EF4-FFF2-40B4-BE49-F238E27FC236}">
                <a16:creationId xmlns:a16="http://schemas.microsoft.com/office/drawing/2014/main" id="{DBA15ED7-7758-7228-2604-FB31D6DC1F41}"/>
              </a:ext>
            </a:extLst>
          </p:cNvPr>
          <p:cNvCxnSpPr>
            <a:cxnSpLocks/>
          </p:cNvCxnSpPr>
          <p:nvPr/>
        </p:nvCxnSpPr>
        <p:spPr>
          <a:xfrm>
            <a:off x="5419518" y="3691792"/>
            <a:ext cx="2125640" cy="0"/>
          </a:xfrm>
          <a:prstGeom prst="lin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glow rad="101600">
              <a:schemeClr val="bg1">
                <a:lumMod val="65000"/>
                <a:alpha val="6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8076A9BE-CF3F-4D54-E5AC-275A8024A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708" y="565271"/>
            <a:ext cx="471742" cy="471742"/>
          </a:xfrm>
          <a:prstGeom prst="rect">
            <a:avLst/>
          </a:prstGeom>
        </p:spPr>
      </p:pic>
      <p:sp>
        <p:nvSpPr>
          <p:cNvPr id="24" name="직사각형 30">
            <a:extLst>
              <a:ext uri="{FF2B5EF4-FFF2-40B4-BE49-F238E27FC236}">
                <a16:creationId xmlns:a16="http://schemas.microsoft.com/office/drawing/2014/main" id="{EB26978D-EE29-9D8F-CCF4-A9BDF9E35221}"/>
              </a:ext>
            </a:extLst>
          </p:cNvPr>
          <p:cNvSpPr/>
          <p:nvPr userDrawn="1"/>
        </p:nvSpPr>
        <p:spPr>
          <a:xfrm>
            <a:off x="4663507" y="3035242"/>
            <a:ext cx="772678" cy="671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Noto Sans KR Black" panose="020B0200000000000000"/>
                <a:cs typeface="Arial" panose="020B0604020202020204" pitchFamily="34" charset="0"/>
              </a:rPr>
              <a:t>02</a:t>
            </a:r>
            <a:endParaRPr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Noto Sans KR Black" panose="020B0200000000000000"/>
              <a:cs typeface="Arial" panose="020B0604020202020204" pitchFamily="34" charset="0"/>
            </a:endParaRPr>
          </a:p>
        </p:txBody>
      </p:sp>
      <p:sp>
        <p:nvSpPr>
          <p:cNvPr id="25" name="직사각형 43">
            <a:extLst>
              <a:ext uri="{FF2B5EF4-FFF2-40B4-BE49-F238E27FC236}">
                <a16:creationId xmlns:a16="http://schemas.microsoft.com/office/drawing/2014/main" id="{8568850F-673E-DAB7-0CD1-FFE7A27D4728}"/>
              </a:ext>
            </a:extLst>
          </p:cNvPr>
          <p:cNvSpPr/>
          <p:nvPr userDrawn="1"/>
        </p:nvSpPr>
        <p:spPr>
          <a:xfrm>
            <a:off x="5452852" y="3083528"/>
            <a:ext cx="2125642" cy="462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KR Medium"/>
                <a:ea typeface="Noto Sans KR Medium" panose="020B0200000000000000"/>
              </a:rPr>
              <a:t>분석 및 점검</a:t>
            </a: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KR Medium"/>
              <a:ea typeface="Noto Sans KR Medium" panose="020B0200000000000000"/>
            </a:endParaRPr>
          </a:p>
        </p:txBody>
      </p:sp>
      <p:grpSp>
        <p:nvGrpSpPr>
          <p:cNvPr id="22" name="그룹 4">
            <a:extLst>
              <a:ext uri="{FF2B5EF4-FFF2-40B4-BE49-F238E27FC236}">
                <a16:creationId xmlns:a16="http://schemas.microsoft.com/office/drawing/2014/main" id="{50596F3E-21E2-91A4-6CA9-3693719DF677}"/>
              </a:ext>
            </a:extLst>
          </p:cNvPr>
          <p:cNvGrpSpPr/>
          <p:nvPr userDrawn="1"/>
        </p:nvGrpSpPr>
        <p:grpSpPr>
          <a:xfrm>
            <a:off x="3513231" y="473130"/>
            <a:ext cx="68169" cy="611544"/>
            <a:chOff x="8714720" y="1683574"/>
            <a:chExt cx="68169" cy="611544"/>
          </a:xfrm>
        </p:grpSpPr>
        <p:sp>
          <p:nvSpPr>
            <p:cNvPr id="23" name="이등변 삼각형 6">
              <a:extLst>
                <a:ext uri="{FF2B5EF4-FFF2-40B4-BE49-F238E27FC236}">
                  <a16:creationId xmlns:a16="http://schemas.microsoft.com/office/drawing/2014/main" id="{116AD083-8602-D076-744E-FB3C0D158378}"/>
                </a:ext>
              </a:extLst>
            </p:cNvPr>
            <p:cNvSpPr/>
            <p:nvPr/>
          </p:nvSpPr>
          <p:spPr>
            <a:xfrm>
              <a:off x="8714720" y="2236351"/>
              <a:ext cx="68169" cy="58767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6" name="이등변 삼각형 20">
              <a:extLst>
                <a:ext uri="{FF2B5EF4-FFF2-40B4-BE49-F238E27FC236}">
                  <a16:creationId xmlns:a16="http://schemas.microsoft.com/office/drawing/2014/main" id="{09C7241E-8C6E-C376-481A-D5989424932A}"/>
                </a:ext>
              </a:extLst>
            </p:cNvPr>
            <p:cNvSpPr/>
            <p:nvPr/>
          </p:nvSpPr>
          <p:spPr>
            <a:xfrm rot="10800000">
              <a:off x="8714720" y="1683574"/>
              <a:ext cx="68169" cy="50123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AC92C263-27AB-308D-8AF7-1351C5B8D891}"/>
                </a:ext>
              </a:extLst>
            </p:cNvPr>
            <p:cNvCxnSpPr>
              <a:cxnSpLocks/>
            </p:cNvCxnSpPr>
            <p:nvPr/>
          </p:nvCxnSpPr>
          <p:spPr>
            <a:xfrm>
              <a:off x="8747964" y="1733697"/>
              <a:ext cx="841" cy="50400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8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</p:grpSp>
    </p:spTree>
    <p:extLst>
      <p:ext uri="{BB962C8B-B14F-4D97-AF65-F5344CB8AC3E}">
        <p14:creationId xmlns:p14="http://schemas.microsoft.com/office/powerpoint/2010/main" val="1616330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시나리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2026-06-30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B9C1C56E-68F8-A992-19BB-C3412AB35A80}"/>
              </a:ext>
            </a:extLst>
          </p:cNvPr>
          <p:cNvSpPr/>
          <p:nvPr userDrawn="1"/>
        </p:nvSpPr>
        <p:spPr>
          <a:xfrm>
            <a:off x="109528" y="151352"/>
            <a:ext cx="11972945" cy="6706648"/>
          </a:xfrm>
          <a:custGeom>
            <a:avLst/>
            <a:gdLst>
              <a:gd name="connsiteX0" fmla="*/ 286460 w 11972945"/>
              <a:gd name="connsiteY0" fmla="*/ 0 h 6706648"/>
              <a:gd name="connsiteX1" fmla="*/ 11686485 w 11972945"/>
              <a:gd name="connsiteY1" fmla="*/ 0 h 6706648"/>
              <a:gd name="connsiteX2" fmla="*/ 11972945 w 11972945"/>
              <a:gd name="connsiteY2" fmla="*/ 286460 h 6706648"/>
              <a:gd name="connsiteX3" fmla="*/ 11972945 w 11972945"/>
              <a:gd name="connsiteY3" fmla="*/ 6706648 h 6706648"/>
              <a:gd name="connsiteX4" fmla="*/ 11734820 w 11972945"/>
              <a:gd name="connsiteY4" fmla="*/ 6706648 h 6706648"/>
              <a:gd name="connsiteX5" fmla="*/ 11734820 w 11972945"/>
              <a:gd name="connsiteY5" fmla="*/ 410600 h 6706648"/>
              <a:gd name="connsiteX6" fmla="*/ 11593530 w 11972945"/>
              <a:gd name="connsiteY6" fmla="*/ 269310 h 6706648"/>
              <a:gd name="connsiteX7" fmla="*/ 379414 w 11972945"/>
              <a:gd name="connsiteY7" fmla="*/ 269310 h 6706648"/>
              <a:gd name="connsiteX8" fmla="*/ 238124 w 11972945"/>
              <a:gd name="connsiteY8" fmla="*/ 410600 h 6706648"/>
              <a:gd name="connsiteX9" fmla="*/ 238124 w 11972945"/>
              <a:gd name="connsiteY9" fmla="*/ 6706648 h 6706648"/>
              <a:gd name="connsiteX10" fmla="*/ 0 w 11972945"/>
              <a:gd name="connsiteY10" fmla="*/ 6706648 h 6706648"/>
              <a:gd name="connsiteX11" fmla="*/ 0 w 11972945"/>
              <a:gd name="connsiteY11" fmla="*/ 286460 h 6706648"/>
              <a:gd name="connsiteX12" fmla="*/ 286460 w 11972945"/>
              <a:gd name="connsiteY12" fmla="*/ 0 h 6706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72945" h="6706648">
                <a:moveTo>
                  <a:pt x="286460" y="0"/>
                </a:moveTo>
                <a:lnTo>
                  <a:pt x="11686485" y="0"/>
                </a:lnTo>
                <a:cubicBezTo>
                  <a:pt x="11844692" y="0"/>
                  <a:pt x="11972945" y="128253"/>
                  <a:pt x="11972945" y="286460"/>
                </a:cubicBezTo>
                <a:lnTo>
                  <a:pt x="11972945" y="6706648"/>
                </a:lnTo>
                <a:lnTo>
                  <a:pt x="11734820" y="6706648"/>
                </a:lnTo>
                <a:lnTo>
                  <a:pt x="11734820" y="410600"/>
                </a:lnTo>
                <a:cubicBezTo>
                  <a:pt x="11734820" y="332568"/>
                  <a:pt x="11671562" y="269310"/>
                  <a:pt x="11593530" y="269310"/>
                </a:cubicBezTo>
                <a:lnTo>
                  <a:pt x="379414" y="269310"/>
                </a:lnTo>
                <a:cubicBezTo>
                  <a:pt x="301382" y="269310"/>
                  <a:pt x="238124" y="332568"/>
                  <a:pt x="238124" y="410600"/>
                </a:cubicBezTo>
                <a:lnTo>
                  <a:pt x="238124" y="6706648"/>
                </a:lnTo>
                <a:lnTo>
                  <a:pt x="0" y="6706648"/>
                </a:lnTo>
                <a:lnTo>
                  <a:pt x="0" y="286460"/>
                </a:lnTo>
                <a:cubicBezTo>
                  <a:pt x="0" y="128253"/>
                  <a:pt x="128253" y="0"/>
                  <a:pt x="28646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44450">
            <a:solidFill>
              <a:schemeClr val="bg1">
                <a:lumMod val="65000"/>
              </a:schemeClr>
            </a:solidFill>
          </a:ln>
          <a:scene3d>
            <a:camera prst="orthographicFront"/>
            <a:lightRig rig="balanced" dir="t"/>
          </a:scene3d>
          <a:sp3d prstMaterial="clear">
            <a:bevelT w="127000" h="165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사각형: 둥근 모서리 3">
            <a:extLst>
              <a:ext uri="{FF2B5EF4-FFF2-40B4-BE49-F238E27FC236}">
                <a16:creationId xmlns:a16="http://schemas.microsoft.com/office/drawing/2014/main" id="{919C9A8A-338A-724D-194A-F50300BE44AC}"/>
              </a:ext>
            </a:extLst>
          </p:cNvPr>
          <p:cNvSpPr/>
          <p:nvPr userDrawn="1"/>
        </p:nvSpPr>
        <p:spPr>
          <a:xfrm>
            <a:off x="461962" y="549142"/>
            <a:ext cx="11268076" cy="461982"/>
          </a:xfrm>
          <a:prstGeom prst="roundRect">
            <a:avLst>
              <a:gd name="adj" fmla="val 25278"/>
            </a:avLst>
          </a:prstGeom>
          <a:solidFill>
            <a:srgbClr val="373E54"/>
          </a:solidFill>
          <a:ln w="9525">
            <a:solidFill>
              <a:srgbClr val="171C2D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ko-KR" altLang="en-US" sz="2000" b="1" dirty="0">
              <a:solidFill>
                <a:schemeClr val="bg1"/>
              </a:solidFill>
              <a:latin typeface="Arial Black" panose="020B0A04020102020204" pitchFamily="34" charset="0"/>
              <a:ea typeface="Noto Sans KR Black"/>
            </a:endParaRPr>
          </a:p>
        </p:txBody>
      </p:sp>
      <p:sp>
        <p:nvSpPr>
          <p:cNvPr id="12" name="직사각형 82">
            <a:extLst>
              <a:ext uri="{FF2B5EF4-FFF2-40B4-BE49-F238E27FC236}">
                <a16:creationId xmlns:a16="http://schemas.microsoft.com/office/drawing/2014/main" id="{0350D91F-0E8D-CEC0-5488-02AA0E01F7C8}"/>
              </a:ext>
            </a:extLst>
          </p:cNvPr>
          <p:cNvSpPr/>
          <p:nvPr userDrawn="1"/>
        </p:nvSpPr>
        <p:spPr>
          <a:xfrm>
            <a:off x="2778633" y="4248060"/>
            <a:ext cx="6287473" cy="10025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endParaRPr lang="ko-KR" altLang="en-US" sz="2400" b="1" dirty="0">
              <a:solidFill>
                <a:schemeClr val="tx1"/>
              </a:solidFill>
              <a:ea typeface="Noto Sans KR Black"/>
            </a:endParaRPr>
          </a:p>
        </p:txBody>
      </p:sp>
      <p:sp>
        <p:nvSpPr>
          <p:cNvPr id="15" name="그림 개체 틀 14"/>
          <p:cNvSpPr>
            <a:spLocks noGrp="1"/>
          </p:cNvSpPr>
          <p:nvPr>
            <p:ph type="pic" sz="quarter" idx="13"/>
          </p:nvPr>
        </p:nvSpPr>
        <p:spPr>
          <a:xfrm>
            <a:off x="3824287" y="1560484"/>
            <a:ext cx="4572000" cy="2082800"/>
          </a:xfrm>
        </p:spPr>
        <p:txBody>
          <a:bodyPr/>
          <a:lstStyle/>
          <a:p>
            <a:endParaRPr lang="ko-KR" altLang="en-US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8076A9BE-CF3F-4D54-E5AC-275A8024A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708" y="565271"/>
            <a:ext cx="471742" cy="471742"/>
          </a:xfrm>
          <a:prstGeom prst="rect">
            <a:avLst/>
          </a:prstGeom>
        </p:spPr>
      </p:pic>
      <p:grpSp>
        <p:nvGrpSpPr>
          <p:cNvPr id="20" name="그룹 4">
            <a:extLst>
              <a:ext uri="{FF2B5EF4-FFF2-40B4-BE49-F238E27FC236}">
                <a16:creationId xmlns:a16="http://schemas.microsoft.com/office/drawing/2014/main" id="{50596F3E-21E2-91A4-6CA9-3693719DF677}"/>
              </a:ext>
            </a:extLst>
          </p:cNvPr>
          <p:cNvGrpSpPr/>
          <p:nvPr userDrawn="1"/>
        </p:nvGrpSpPr>
        <p:grpSpPr>
          <a:xfrm>
            <a:off x="3513231" y="473130"/>
            <a:ext cx="68169" cy="611544"/>
            <a:chOff x="8714720" y="1683574"/>
            <a:chExt cx="68169" cy="611544"/>
          </a:xfrm>
        </p:grpSpPr>
        <p:sp>
          <p:nvSpPr>
            <p:cNvPr id="21" name="이등변 삼각형 6">
              <a:extLst>
                <a:ext uri="{FF2B5EF4-FFF2-40B4-BE49-F238E27FC236}">
                  <a16:creationId xmlns:a16="http://schemas.microsoft.com/office/drawing/2014/main" id="{116AD083-8602-D076-744E-FB3C0D158378}"/>
                </a:ext>
              </a:extLst>
            </p:cNvPr>
            <p:cNvSpPr/>
            <p:nvPr/>
          </p:nvSpPr>
          <p:spPr>
            <a:xfrm>
              <a:off x="8714720" y="2236351"/>
              <a:ext cx="68169" cy="58767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2" name="이등변 삼각형 20">
              <a:extLst>
                <a:ext uri="{FF2B5EF4-FFF2-40B4-BE49-F238E27FC236}">
                  <a16:creationId xmlns:a16="http://schemas.microsoft.com/office/drawing/2014/main" id="{09C7241E-8C6E-C376-481A-D5989424932A}"/>
                </a:ext>
              </a:extLst>
            </p:cNvPr>
            <p:cNvSpPr/>
            <p:nvPr/>
          </p:nvSpPr>
          <p:spPr>
            <a:xfrm rot="10800000">
              <a:off x="8714720" y="1683574"/>
              <a:ext cx="68169" cy="50123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C92C263-27AB-308D-8AF7-1351C5B8D891}"/>
                </a:ext>
              </a:extLst>
            </p:cNvPr>
            <p:cNvCxnSpPr>
              <a:cxnSpLocks/>
            </p:cNvCxnSpPr>
            <p:nvPr/>
          </p:nvCxnSpPr>
          <p:spPr>
            <a:xfrm>
              <a:off x="8747964" y="1733697"/>
              <a:ext cx="841" cy="50400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8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</p:grpSp>
      <p:sp>
        <p:nvSpPr>
          <p:cNvPr id="24" name="텍스트 개체 틀 12"/>
          <p:cNvSpPr>
            <a:spLocks noGrp="1"/>
          </p:cNvSpPr>
          <p:nvPr>
            <p:ph type="body" sz="quarter" idx="14" hasCustomPrompt="1"/>
          </p:nvPr>
        </p:nvSpPr>
        <p:spPr>
          <a:xfrm>
            <a:off x="4593367" y="625826"/>
            <a:ext cx="3005267" cy="444672"/>
          </a:xfrm>
        </p:spPr>
        <p:txBody>
          <a:bodyPr>
            <a:normAutofit/>
          </a:bodyPr>
          <a:lstStyle>
            <a:lvl1pPr marL="0" indent="0" algn="ctr">
              <a:buNone/>
              <a:defRPr sz="2200" b="1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ko-KR" altLang="en-US" dirty="0" err="1"/>
              <a:t>제목입력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68139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1">
    <p:bg>
      <p:bgPr>
        <a:pattFill prst="lgGrid">
          <a:fgClr>
            <a:srgbClr val="1B2335"/>
          </a:fgClr>
          <a:bgClr>
            <a:srgbClr val="161C2A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FF2DA30-6E46-4781-A24E-22BEFDC93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2026-06-30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6E6DFE5-8E83-400E-805F-69D1FE731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DD16593-628A-472D-A9C3-C41BD8886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49D7317D-8D60-E7E3-F03D-D82115CF413F}"/>
              </a:ext>
            </a:extLst>
          </p:cNvPr>
          <p:cNvSpPr/>
          <p:nvPr userDrawn="1"/>
        </p:nvSpPr>
        <p:spPr>
          <a:xfrm>
            <a:off x="109527" y="151352"/>
            <a:ext cx="11972945" cy="6706648"/>
          </a:xfrm>
          <a:custGeom>
            <a:avLst/>
            <a:gdLst>
              <a:gd name="connsiteX0" fmla="*/ 286460 w 11972945"/>
              <a:gd name="connsiteY0" fmla="*/ 0 h 6706648"/>
              <a:gd name="connsiteX1" fmla="*/ 11686485 w 11972945"/>
              <a:gd name="connsiteY1" fmla="*/ 0 h 6706648"/>
              <a:gd name="connsiteX2" fmla="*/ 11972945 w 11972945"/>
              <a:gd name="connsiteY2" fmla="*/ 286460 h 6706648"/>
              <a:gd name="connsiteX3" fmla="*/ 11972945 w 11972945"/>
              <a:gd name="connsiteY3" fmla="*/ 6706648 h 6706648"/>
              <a:gd name="connsiteX4" fmla="*/ 11734820 w 11972945"/>
              <a:gd name="connsiteY4" fmla="*/ 6706648 h 6706648"/>
              <a:gd name="connsiteX5" fmla="*/ 11734820 w 11972945"/>
              <a:gd name="connsiteY5" fmla="*/ 410600 h 6706648"/>
              <a:gd name="connsiteX6" fmla="*/ 11593530 w 11972945"/>
              <a:gd name="connsiteY6" fmla="*/ 269310 h 6706648"/>
              <a:gd name="connsiteX7" fmla="*/ 379414 w 11972945"/>
              <a:gd name="connsiteY7" fmla="*/ 269310 h 6706648"/>
              <a:gd name="connsiteX8" fmla="*/ 238124 w 11972945"/>
              <a:gd name="connsiteY8" fmla="*/ 410600 h 6706648"/>
              <a:gd name="connsiteX9" fmla="*/ 238124 w 11972945"/>
              <a:gd name="connsiteY9" fmla="*/ 6706648 h 6706648"/>
              <a:gd name="connsiteX10" fmla="*/ 0 w 11972945"/>
              <a:gd name="connsiteY10" fmla="*/ 6706648 h 6706648"/>
              <a:gd name="connsiteX11" fmla="*/ 0 w 11972945"/>
              <a:gd name="connsiteY11" fmla="*/ 286460 h 6706648"/>
              <a:gd name="connsiteX12" fmla="*/ 286460 w 11972945"/>
              <a:gd name="connsiteY12" fmla="*/ 0 h 6706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72945" h="6706648">
                <a:moveTo>
                  <a:pt x="286460" y="0"/>
                </a:moveTo>
                <a:lnTo>
                  <a:pt x="11686485" y="0"/>
                </a:lnTo>
                <a:cubicBezTo>
                  <a:pt x="11844692" y="0"/>
                  <a:pt x="11972945" y="128253"/>
                  <a:pt x="11972945" y="286460"/>
                </a:cubicBezTo>
                <a:lnTo>
                  <a:pt x="11972945" y="6706648"/>
                </a:lnTo>
                <a:lnTo>
                  <a:pt x="11734820" y="6706648"/>
                </a:lnTo>
                <a:lnTo>
                  <a:pt x="11734820" y="410600"/>
                </a:lnTo>
                <a:cubicBezTo>
                  <a:pt x="11734820" y="332568"/>
                  <a:pt x="11671562" y="269310"/>
                  <a:pt x="11593530" y="269310"/>
                </a:cubicBezTo>
                <a:lnTo>
                  <a:pt x="379414" y="269310"/>
                </a:lnTo>
                <a:cubicBezTo>
                  <a:pt x="301382" y="269310"/>
                  <a:pt x="238124" y="332568"/>
                  <a:pt x="238124" y="410600"/>
                </a:cubicBezTo>
                <a:lnTo>
                  <a:pt x="238124" y="6706648"/>
                </a:lnTo>
                <a:lnTo>
                  <a:pt x="0" y="6706648"/>
                </a:lnTo>
                <a:lnTo>
                  <a:pt x="0" y="286460"/>
                </a:lnTo>
                <a:cubicBezTo>
                  <a:pt x="0" y="128253"/>
                  <a:pt x="128253" y="0"/>
                  <a:pt x="286460" y="0"/>
                </a:cubicBezTo>
                <a:close/>
              </a:path>
            </a:pathLst>
          </a:custGeom>
          <a:solidFill>
            <a:schemeClr val="bg1"/>
          </a:solidFill>
          <a:ln w="44450">
            <a:noFill/>
          </a:ln>
          <a:scene3d>
            <a:camera prst="orthographicFront"/>
            <a:lightRig rig="balanced" dir="t"/>
          </a:scene3d>
          <a:sp3d prstMaterial="clear">
            <a:bevelT w="127000" h="165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사각형: 둥근 모서리 3">
            <a:extLst>
              <a:ext uri="{FF2B5EF4-FFF2-40B4-BE49-F238E27FC236}">
                <a16:creationId xmlns:a16="http://schemas.microsoft.com/office/drawing/2014/main" id="{D8B937C5-D8E1-6031-493D-C11E27275918}"/>
              </a:ext>
            </a:extLst>
          </p:cNvPr>
          <p:cNvSpPr/>
          <p:nvPr userDrawn="1"/>
        </p:nvSpPr>
        <p:spPr>
          <a:xfrm>
            <a:off x="461962" y="549142"/>
            <a:ext cx="11268076" cy="461982"/>
          </a:xfrm>
          <a:prstGeom prst="roundRect">
            <a:avLst>
              <a:gd name="adj" fmla="val 25278"/>
            </a:avLst>
          </a:prstGeom>
          <a:solidFill>
            <a:srgbClr val="484F6A">
              <a:alpha val="66000"/>
            </a:srgbClr>
          </a:solidFill>
          <a:ln w="9525">
            <a:solidFill>
              <a:schemeClr val="bg1">
                <a:alpha val="4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000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/>
              </a:rPr>
              <a:t> </a:t>
            </a:r>
            <a:endParaRPr lang="ko-KR" altLang="en-US" sz="2000" dirty="0">
              <a:solidFill>
                <a:schemeClr val="bg1"/>
              </a:solidFill>
              <a:ea typeface="Noto Sans KR Black"/>
            </a:endParaRPr>
          </a:p>
        </p:txBody>
      </p:sp>
      <p:sp>
        <p:nvSpPr>
          <p:cNvPr id="9" name="타원 26">
            <a:extLst>
              <a:ext uri="{FF2B5EF4-FFF2-40B4-BE49-F238E27FC236}">
                <a16:creationId xmlns:a16="http://schemas.microsoft.com/office/drawing/2014/main" id="{70391268-9E70-8EFE-DB72-A5889522CEFE}"/>
              </a:ext>
            </a:extLst>
          </p:cNvPr>
          <p:cNvSpPr/>
          <p:nvPr/>
        </p:nvSpPr>
        <p:spPr>
          <a:xfrm>
            <a:off x="4646840" y="3043942"/>
            <a:ext cx="772678" cy="792077"/>
          </a:xfrm>
          <a:prstGeom prst="ellipse">
            <a:avLst/>
          </a:prstGeom>
          <a:solidFill>
            <a:schemeClr val="bg1"/>
          </a:solidFill>
          <a:ln w="19050">
            <a:noFill/>
          </a:ln>
          <a:effectLst>
            <a:outerShdw blurRad="50800" dist="38100" dir="5400000" algn="t" rotWithShape="0">
              <a:prstClr val="black">
                <a:alpha val="15000"/>
              </a:prstClr>
            </a:outerShdw>
          </a:effectLst>
          <a:scene3d>
            <a:camera prst="orthographicFront"/>
            <a:lightRig rig="balanced" dir="t"/>
          </a:scene3d>
          <a:sp3d prstMaterial="clear">
            <a:bevelT w="127000" h="165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30">
            <a:extLst>
              <a:ext uri="{FF2B5EF4-FFF2-40B4-BE49-F238E27FC236}">
                <a16:creationId xmlns:a16="http://schemas.microsoft.com/office/drawing/2014/main" id="{7E9ABD0B-D393-5095-1189-5F4EFDB36C30}"/>
              </a:ext>
            </a:extLst>
          </p:cNvPr>
          <p:cNvSpPr/>
          <p:nvPr/>
        </p:nvSpPr>
        <p:spPr>
          <a:xfrm>
            <a:off x="4646840" y="3020424"/>
            <a:ext cx="772678" cy="671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cxnSp>
        <p:nvCxnSpPr>
          <p:cNvPr id="11" name="직선 연결선 34">
            <a:extLst>
              <a:ext uri="{FF2B5EF4-FFF2-40B4-BE49-F238E27FC236}">
                <a16:creationId xmlns:a16="http://schemas.microsoft.com/office/drawing/2014/main" id="{DBA15ED7-7758-7228-2604-FB31D6DC1F41}"/>
              </a:ext>
            </a:extLst>
          </p:cNvPr>
          <p:cNvCxnSpPr>
            <a:cxnSpLocks/>
          </p:cNvCxnSpPr>
          <p:nvPr/>
        </p:nvCxnSpPr>
        <p:spPr>
          <a:xfrm>
            <a:off x="5419518" y="3691792"/>
            <a:ext cx="2125640" cy="0"/>
          </a:xfrm>
          <a:prstGeom prst="lin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glow rad="101600">
              <a:schemeClr val="bg1">
                <a:lumMod val="65000"/>
                <a:alpha val="6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8076A9BE-CF3F-4D54-E5AC-275A8024A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708" y="565271"/>
            <a:ext cx="471742" cy="471742"/>
          </a:xfrm>
          <a:prstGeom prst="rect">
            <a:avLst/>
          </a:prstGeom>
        </p:spPr>
      </p:pic>
      <p:sp>
        <p:nvSpPr>
          <p:cNvPr id="24" name="직사각형 30">
            <a:extLst>
              <a:ext uri="{FF2B5EF4-FFF2-40B4-BE49-F238E27FC236}">
                <a16:creationId xmlns:a16="http://schemas.microsoft.com/office/drawing/2014/main" id="{EB26978D-EE29-9D8F-CCF4-A9BDF9E35221}"/>
              </a:ext>
            </a:extLst>
          </p:cNvPr>
          <p:cNvSpPr/>
          <p:nvPr userDrawn="1"/>
        </p:nvSpPr>
        <p:spPr>
          <a:xfrm>
            <a:off x="4663507" y="3035242"/>
            <a:ext cx="772678" cy="671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맑은 고딕"/>
                <a:cs typeface="Arial" panose="020B0604020202020204" pitchFamily="34" charset="0"/>
              </a:rPr>
              <a:t>03</a:t>
            </a:r>
            <a:endParaRPr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맑은 고딕"/>
              <a:cs typeface="Arial" panose="020B0604020202020204" pitchFamily="34" charset="0"/>
            </a:endParaRPr>
          </a:p>
        </p:txBody>
      </p:sp>
      <p:sp>
        <p:nvSpPr>
          <p:cNvPr id="25" name="직사각형 43">
            <a:extLst>
              <a:ext uri="{FF2B5EF4-FFF2-40B4-BE49-F238E27FC236}">
                <a16:creationId xmlns:a16="http://schemas.microsoft.com/office/drawing/2014/main" id="{8568850F-673E-DAB7-0CD1-FFE7A27D4728}"/>
              </a:ext>
            </a:extLst>
          </p:cNvPr>
          <p:cNvSpPr/>
          <p:nvPr userDrawn="1"/>
        </p:nvSpPr>
        <p:spPr>
          <a:xfrm>
            <a:off x="5452852" y="3083528"/>
            <a:ext cx="2125642" cy="462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Noto Sans KR Medium" panose="020B0200000000000000"/>
              </a:rPr>
              <a:t>개인 발표</a:t>
            </a: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Noto Sans KR Medium" panose="020B0200000000000000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4D959705-8683-F281-D4C8-338F0C031701}"/>
              </a:ext>
            </a:extLst>
          </p:cNvPr>
          <p:cNvGrpSpPr/>
          <p:nvPr userDrawn="1"/>
        </p:nvGrpSpPr>
        <p:grpSpPr>
          <a:xfrm>
            <a:off x="8456508" y="473130"/>
            <a:ext cx="68169" cy="611544"/>
            <a:chOff x="8714720" y="1683574"/>
            <a:chExt cx="68169" cy="611544"/>
          </a:xfrm>
        </p:grpSpPr>
        <p:sp>
          <p:nvSpPr>
            <p:cNvPr id="19" name="이등변 삼각형 18">
              <a:extLst>
                <a:ext uri="{FF2B5EF4-FFF2-40B4-BE49-F238E27FC236}">
                  <a16:creationId xmlns:a16="http://schemas.microsoft.com/office/drawing/2014/main" id="{3338A818-0164-F6A2-6D15-75823FA7EEA2}"/>
                </a:ext>
              </a:extLst>
            </p:cNvPr>
            <p:cNvSpPr/>
            <p:nvPr/>
          </p:nvSpPr>
          <p:spPr>
            <a:xfrm>
              <a:off x="8714720" y="2236351"/>
              <a:ext cx="68169" cy="58767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0" name="이등변 삼각형 19">
              <a:extLst>
                <a:ext uri="{FF2B5EF4-FFF2-40B4-BE49-F238E27FC236}">
                  <a16:creationId xmlns:a16="http://schemas.microsoft.com/office/drawing/2014/main" id="{DF797E52-D6B4-FAF9-F44A-0D185D43D6EF}"/>
                </a:ext>
              </a:extLst>
            </p:cNvPr>
            <p:cNvSpPr/>
            <p:nvPr/>
          </p:nvSpPr>
          <p:spPr>
            <a:xfrm rot="10800000">
              <a:off x="8714720" y="1683574"/>
              <a:ext cx="68169" cy="50123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83BD752C-5637-B1BD-9472-AC28CB8D5B6A}"/>
                </a:ext>
              </a:extLst>
            </p:cNvPr>
            <p:cNvCxnSpPr>
              <a:cxnSpLocks/>
            </p:cNvCxnSpPr>
            <p:nvPr/>
          </p:nvCxnSpPr>
          <p:spPr>
            <a:xfrm>
              <a:off x="8747964" y="1733697"/>
              <a:ext cx="841" cy="50400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8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</p:grpSp>
    </p:spTree>
    <p:extLst>
      <p:ext uri="{BB962C8B-B14F-4D97-AF65-F5344CB8AC3E}">
        <p14:creationId xmlns:p14="http://schemas.microsoft.com/office/powerpoint/2010/main" val="31872688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시나리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2026-06-30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B9C1C56E-68F8-A992-19BB-C3412AB35A80}"/>
              </a:ext>
            </a:extLst>
          </p:cNvPr>
          <p:cNvSpPr/>
          <p:nvPr userDrawn="1"/>
        </p:nvSpPr>
        <p:spPr>
          <a:xfrm>
            <a:off x="109528" y="151352"/>
            <a:ext cx="11972945" cy="6706648"/>
          </a:xfrm>
          <a:custGeom>
            <a:avLst/>
            <a:gdLst>
              <a:gd name="connsiteX0" fmla="*/ 286460 w 11972945"/>
              <a:gd name="connsiteY0" fmla="*/ 0 h 6706648"/>
              <a:gd name="connsiteX1" fmla="*/ 11686485 w 11972945"/>
              <a:gd name="connsiteY1" fmla="*/ 0 h 6706648"/>
              <a:gd name="connsiteX2" fmla="*/ 11972945 w 11972945"/>
              <a:gd name="connsiteY2" fmla="*/ 286460 h 6706648"/>
              <a:gd name="connsiteX3" fmla="*/ 11972945 w 11972945"/>
              <a:gd name="connsiteY3" fmla="*/ 6706648 h 6706648"/>
              <a:gd name="connsiteX4" fmla="*/ 11734820 w 11972945"/>
              <a:gd name="connsiteY4" fmla="*/ 6706648 h 6706648"/>
              <a:gd name="connsiteX5" fmla="*/ 11734820 w 11972945"/>
              <a:gd name="connsiteY5" fmla="*/ 410600 h 6706648"/>
              <a:gd name="connsiteX6" fmla="*/ 11593530 w 11972945"/>
              <a:gd name="connsiteY6" fmla="*/ 269310 h 6706648"/>
              <a:gd name="connsiteX7" fmla="*/ 379414 w 11972945"/>
              <a:gd name="connsiteY7" fmla="*/ 269310 h 6706648"/>
              <a:gd name="connsiteX8" fmla="*/ 238124 w 11972945"/>
              <a:gd name="connsiteY8" fmla="*/ 410600 h 6706648"/>
              <a:gd name="connsiteX9" fmla="*/ 238124 w 11972945"/>
              <a:gd name="connsiteY9" fmla="*/ 6706648 h 6706648"/>
              <a:gd name="connsiteX10" fmla="*/ 0 w 11972945"/>
              <a:gd name="connsiteY10" fmla="*/ 6706648 h 6706648"/>
              <a:gd name="connsiteX11" fmla="*/ 0 w 11972945"/>
              <a:gd name="connsiteY11" fmla="*/ 286460 h 6706648"/>
              <a:gd name="connsiteX12" fmla="*/ 286460 w 11972945"/>
              <a:gd name="connsiteY12" fmla="*/ 0 h 6706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72945" h="6706648">
                <a:moveTo>
                  <a:pt x="286460" y="0"/>
                </a:moveTo>
                <a:lnTo>
                  <a:pt x="11686485" y="0"/>
                </a:lnTo>
                <a:cubicBezTo>
                  <a:pt x="11844692" y="0"/>
                  <a:pt x="11972945" y="128253"/>
                  <a:pt x="11972945" y="286460"/>
                </a:cubicBezTo>
                <a:lnTo>
                  <a:pt x="11972945" y="6706648"/>
                </a:lnTo>
                <a:lnTo>
                  <a:pt x="11734820" y="6706648"/>
                </a:lnTo>
                <a:lnTo>
                  <a:pt x="11734820" y="410600"/>
                </a:lnTo>
                <a:cubicBezTo>
                  <a:pt x="11734820" y="332568"/>
                  <a:pt x="11671562" y="269310"/>
                  <a:pt x="11593530" y="269310"/>
                </a:cubicBezTo>
                <a:lnTo>
                  <a:pt x="379414" y="269310"/>
                </a:lnTo>
                <a:cubicBezTo>
                  <a:pt x="301382" y="269310"/>
                  <a:pt x="238124" y="332568"/>
                  <a:pt x="238124" y="410600"/>
                </a:cubicBezTo>
                <a:lnTo>
                  <a:pt x="238124" y="6706648"/>
                </a:lnTo>
                <a:lnTo>
                  <a:pt x="0" y="6706648"/>
                </a:lnTo>
                <a:lnTo>
                  <a:pt x="0" y="286460"/>
                </a:lnTo>
                <a:cubicBezTo>
                  <a:pt x="0" y="128253"/>
                  <a:pt x="128253" y="0"/>
                  <a:pt x="28646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44450">
            <a:solidFill>
              <a:schemeClr val="bg1">
                <a:lumMod val="65000"/>
              </a:schemeClr>
            </a:solidFill>
          </a:ln>
          <a:scene3d>
            <a:camera prst="orthographicFront"/>
            <a:lightRig rig="balanced" dir="t"/>
          </a:scene3d>
          <a:sp3d prstMaterial="clear">
            <a:bevelT w="127000" h="165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사각형: 둥근 모서리 3">
            <a:extLst>
              <a:ext uri="{FF2B5EF4-FFF2-40B4-BE49-F238E27FC236}">
                <a16:creationId xmlns:a16="http://schemas.microsoft.com/office/drawing/2014/main" id="{919C9A8A-338A-724D-194A-F50300BE44AC}"/>
              </a:ext>
            </a:extLst>
          </p:cNvPr>
          <p:cNvSpPr/>
          <p:nvPr userDrawn="1"/>
        </p:nvSpPr>
        <p:spPr>
          <a:xfrm>
            <a:off x="461962" y="549142"/>
            <a:ext cx="11268076" cy="461982"/>
          </a:xfrm>
          <a:prstGeom prst="roundRect">
            <a:avLst>
              <a:gd name="adj" fmla="val 25278"/>
            </a:avLst>
          </a:prstGeom>
          <a:solidFill>
            <a:srgbClr val="373E54"/>
          </a:solidFill>
          <a:ln w="9525">
            <a:solidFill>
              <a:srgbClr val="171C2D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ko-KR" altLang="en-US" sz="2000" b="1" dirty="0">
              <a:solidFill>
                <a:schemeClr val="bg1"/>
              </a:solidFill>
              <a:latin typeface="Arial Black" panose="020B0A04020102020204" pitchFamily="34" charset="0"/>
              <a:ea typeface="Noto Sans KR Black"/>
            </a:endParaRPr>
          </a:p>
        </p:txBody>
      </p:sp>
      <p:sp>
        <p:nvSpPr>
          <p:cNvPr id="12" name="직사각형 82">
            <a:extLst>
              <a:ext uri="{FF2B5EF4-FFF2-40B4-BE49-F238E27FC236}">
                <a16:creationId xmlns:a16="http://schemas.microsoft.com/office/drawing/2014/main" id="{0350D91F-0E8D-CEC0-5488-02AA0E01F7C8}"/>
              </a:ext>
            </a:extLst>
          </p:cNvPr>
          <p:cNvSpPr/>
          <p:nvPr userDrawn="1"/>
        </p:nvSpPr>
        <p:spPr>
          <a:xfrm>
            <a:off x="2778633" y="4248060"/>
            <a:ext cx="6287473" cy="10025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endParaRPr lang="ko-KR" altLang="en-US" sz="2400" b="1" dirty="0">
              <a:solidFill>
                <a:schemeClr val="tx1"/>
              </a:solidFill>
              <a:ea typeface="Noto Sans KR Black"/>
            </a:endParaRPr>
          </a:p>
        </p:txBody>
      </p:sp>
      <p:sp>
        <p:nvSpPr>
          <p:cNvPr id="15" name="그림 개체 틀 14"/>
          <p:cNvSpPr>
            <a:spLocks noGrp="1"/>
          </p:cNvSpPr>
          <p:nvPr>
            <p:ph type="pic" sz="quarter" idx="13"/>
          </p:nvPr>
        </p:nvSpPr>
        <p:spPr>
          <a:xfrm>
            <a:off x="3824287" y="1560484"/>
            <a:ext cx="4572000" cy="2082800"/>
          </a:xfrm>
        </p:spPr>
        <p:txBody>
          <a:bodyPr/>
          <a:lstStyle/>
          <a:p>
            <a:endParaRPr lang="ko-KR" altLang="en-US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8076A9BE-CF3F-4D54-E5AC-275A8024A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708" y="565271"/>
            <a:ext cx="471742" cy="471742"/>
          </a:xfrm>
          <a:prstGeom prst="rect">
            <a:avLst/>
          </a:prstGeom>
        </p:spPr>
      </p:pic>
      <p:grpSp>
        <p:nvGrpSpPr>
          <p:cNvPr id="17" name="그룹 16">
            <a:extLst>
              <a:ext uri="{FF2B5EF4-FFF2-40B4-BE49-F238E27FC236}">
                <a16:creationId xmlns:a16="http://schemas.microsoft.com/office/drawing/2014/main" id="{4D959705-8683-F281-D4C8-338F0C031701}"/>
              </a:ext>
            </a:extLst>
          </p:cNvPr>
          <p:cNvGrpSpPr/>
          <p:nvPr userDrawn="1"/>
        </p:nvGrpSpPr>
        <p:grpSpPr>
          <a:xfrm>
            <a:off x="8456508" y="473130"/>
            <a:ext cx="68169" cy="611544"/>
            <a:chOff x="8714720" y="1683574"/>
            <a:chExt cx="68169" cy="611544"/>
          </a:xfrm>
        </p:grpSpPr>
        <p:sp>
          <p:nvSpPr>
            <p:cNvPr id="18" name="이등변 삼각형 17">
              <a:extLst>
                <a:ext uri="{FF2B5EF4-FFF2-40B4-BE49-F238E27FC236}">
                  <a16:creationId xmlns:a16="http://schemas.microsoft.com/office/drawing/2014/main" id="{3338A818-0164-F6A2-6D15-75823FA7EEA2}"/>
                </a:ext>
              </a:extLst>
            </p:cNvPr>
            <p:cNvSpPr/>
            <p:nvPr/>
          </p:nvSpPr>
          <p:spPr>
            <a:xfrm>
              <a:off x="8714720" y="2236351"/>
              <a:ext cx="68169" cy="58767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이등변 삼각형 18">
              <a:extLst>
                <a:ext uri="{FF2B5EF4-FFF2-40B4-BE49-F238E27FC236}">
                  <a16:creationId xmlns:a16="http://schemas.microsoft.com/office/drawing/2014/main" id="{DF797E52-D6B4-FAF9-F44A-0D185D43D6EF}"/>
                </a:ext>
              </a:extLst>
            </p:cNvPr>
            <p:cNvSpPr/>
            <p:nvPr/>
          </p:nvSpPr>
          <p:spPr>
            <a:xfrm rot="10800000">
              <a:off x="8714720" y="1683574"/>
              <a:ext cx="68169" cy="50123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83BD752C-5637-B1BD-9472-AC28CB8D5B6A}"/>
                </a:ext>
              </a:extLst>
            </p:cNvPr>
            <p:cNvCxnSpPr>
              <a:cxnSpLocks/>
            </p:cNvCxnSpPr>
            <p:nvPr/>
          </p:nvCxnSpPr>
          <p:spPr>
            <a:xfrm>
              <a:off x="8747964" y="1733697"/>
              <a:ext cx="841" cy="50400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8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</p:grpSp>
      <p:sp>
        <p:nvSpPr>
          <p:cNvPr id="25" name="텍스트 개체 틀 12"/>
          <p:cNvSpPr>
            <a:spLocks noGrp="1"/>
          </p:cNvSpPr>
          <p:nvPr>
            <p:ph type="body" sz="quarter" idx="14" hasCustomPrompt="1"/>
          </p:nvPr>
        </p:nvSpPr>
        <p:spPr>
          <a:xfrm>
            <a:off x="4593367" y="625826"/>
            <a:ext cx="3005267" cy="444672"/>
          </a:xfrm>
        </p:spPr>
        <p:txBody>
          <a:bodyPr>
            <a:normAutofit/>
          </a:bodyPr>
          <a:lstStyle>
            <a:lvl1pPr marL="0" indent="0" algn="ctr">
              <a:buNone/>
              <a:defRPr sz="2200" b="1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ko-KR" altLang="en-US" dirty="0" err="1"/>
              <a:t>제목입력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0362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시나리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2026-06-30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B9C1C56E-68F8-A992-19BB-C3412AB35A80}"/>
              </a:ext>
            </a:extLst>
          </p:cNvPr>
          <p:cNvSpPr/>
          <p:nvPr userDrawn="1"/>
        </p:nvSpPr>
        <p:spPr>
          <a:xfrm>
            <a:off x="109528" y="151352"/>
            <a:ext cx="11972945" cy="6706648"/>
          </a:xfrm>
          <a:custGeom>
            <a:avLst/>
            <a:gdLst>
              <a:gd name="connsiteX0" fmla="*/ 286460 w 11972945"/>
              <a:gd name="connsiteY0" fmla="*/ 0 h 6706648"/>
              <a:gd name="connsiteX1" fmla="*/ 11686485 w 11972945"/>
              <a:gd name="connsiteY1" fmla="*/ 0 h 6706648"/>
              <a:gd name="connsiteX2" fmla="*/ 11972945 w 11972945"/>
              <a:gd name="connsiteY2" fmla="*/ 286460 h 6706648"/>
              <a:gd name="connsiteX3" fmla="*/ 11972945 w 11972945"/>
              <a:gd name="connsiteY3" fmla="*/ 6706648 h 6706648"/>
              <a:gd name="connsiteX4" fmla="*/ 11734820 w 11972945"/>
              <a:gd name="connsiteY4" fmla="*/ 6706648 h 6706648"/>
              <a:gd name="connsiteX5" fmla="*/ 11734820 w 11972945"/>
              <a:gd name="connsiteY5" fmla="*/ 410600 h 6706648"/>
              <a:gd name="connsiteX6" fmla="*/ 11593530 w 11972945"/>
              <a:gd name="connsiteY6" fmla="*/ 269310 h 6706648"/>
              <a:gd name="connsiteX7" fmla="*/ 379414 w 11972945"/>
              <a:gd name="connsiteY7" fmla="*/ 269310 h 6706648"/>
              <a:gd name="connsiteX8" fmla="*/ 238124 w 11972945"/>
              <a:gd name="connsiteY8" fmla="*/ 410600 h 6706648"/>
              <a:gd name="connsiteX9" fmla="*/ 238124 w 11972945"/>
              <a:gd name="connsiteY9" fmla="*/ 6706648 h 6706648"/>
              <a:gd name="connsiteX10" fmla="*/ 0 w 11972945"/>
              <a:gd name="connsiteY10" fmla="*/ 6706648 h 6706648"/>
              <a:gd name="connsiteX11" fmla="*/ 0 w 11972945"/>
              <a:gd name="connsiteY11" fmla="*/ 286460 h 6706648"/>
              <a:gd name="connsiteX12" fmla="*/ 286460 w 11972945"/>
              <a:gd name="connsiteY12" fmla="*/ 0 h 6706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72945" h="6706648">
                <a:moveTo>
                  <a:pt x="286460" y="0"/>
                </a:moveTo>
                <a:lnTo>
                  <a:pt x="11686485" y="0"/>
                </a:lnTo>
                <a:cubicBezTo>
                  <a:pt x="11844692" y="0"/>
                  <a:pt x="11972945" y="128253"/>
                  <a:pt x="11972945" y="286460"/>
                </a:cubicBezTo>
                <a:lnTo>
                  <a:pt x="11972945" y="6706648"/>
                </a:lnTo>
                <a:lnTo>
                  <a:pt x="11734820" y="6706648"/>
                </a:lnTo>
                <a:lnTo>
                  <a:pt x="11734820" y="410600"/>
                </a:lnTo>
                <a:cubicBezTo>
                  <a:pt x="11734820" y="332568"/>
                  <a:pt x="11671562" y="269310"/>
                  <a:pt x="11593530" y="269310"/>
                </a:cubicBezTo>
                <a:lnTo>
                  <a:pt x="379414" y="269310"/>
                </a:lnTo>
                <a:cubicBezTo>
                  <a:pt x="301382" y="269310"/>
                  <a:pt x="238124" y="332568"/>
                  <a:pt x="238124" y="410600"/>
                </a:cubicBezTo>
                <a:lnTo>
                  <a:pt x="238124" y="6706648"/>
                </a:lnTo>
                <a:lnTo>
                  <a:pt x="0" y="6706648"/>
                </a:lnTo>
                <a:lnTo>
                  <a:pt x="0" y="286460"/>
                </a:lnTo>
                <a:cubicBezTo>
                  <a:pt x="0" y="128253"/>
                  <a:pt x="128253" y="0"/>
                  <a:pt x="28646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44450">
            <a:solidFill>
              <a:schemeClr val="bg1">
                <a:lumMod val="65000"/>
              </a:schemeClr>
            </a:solidFill>
          </a:ln>
          <a:scene3d>
            <a:camera prst="orthographicFront"/>
            <a:lightRig rig="balanced" dir="t"/>
          </a:scene3d>
          <a:sp3d prstMaterial="clear">
            <a:bevelT w="127000" h="165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사각형: 둥근 모서리 3">
            <a:extLst>
              <a:ext uri="{FF2B5EF4-FFF2-40B4-BE49-F238E27FC236}">
                <a16:creationId xmlns:a16="http://schemas.microsoft.com/office/drawing/2014/main" id="{919C9A8A-338A-724D-194A-F50300BE44AC}"/>
              </a:ext>
            </a:extLst>
          </p:cNvPr>
          <p:cNvSpPr/>
          <p:nvPr userDrawn="1"/>
        </p:nvSpPr>
        <p:spPr>
          <a:xfrm>
            <a:off x="461962" y="549142"/>
            <a:ext cx="11268076" cy="461982"/>
          </a:xfrm>
          <a:prstGeom prst="roundRect">
            <a:avLst>
              <a:gd name="adj" fmla="val 25278"/>
            </a:avLst>
          </a:prstGeom>
          <a:solidFill>
            <a:srgbClr val="373E54"/>
          </a:solidFill>
          <a:ln w="9525">
            <a:solidFill>
              <a:srgbClr val="171C2D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ko-KR" altLang="en-US" sz="2000" b="1" dirty="0">
              <a:solidFill>
                <a:schemeClr val="bg1"/>
              </a:solidFill>
              <a:latin typeface="Arial Black" panose="020B0A04020102020204" pitchFamily="34" charset="0"/>
              <a:ea typeface="Noto Sans KR Black"/>
            </a:endParaRPr>
          </a:p>
        </p:txBody>
      </p:sp>
      <p:sp>
        <p:nvSpPr>
          <p:cNvPr id="12" name="직사각형 82">
            <a:extLst>
              <a:ext uri="{FF2B5EF4-FFF2-40B4-BE49-F238E27FC236}">
                <a16:creationId xmlns:a16="http://schemas.microsoft.com/office/drawing/2014/main" id="{0350D91F-0E8D-CEC0-5488-02AA0E01F7C8}"/>
              </a:ext>
            </a:extLst>
          </p:cNvPr>
          <p:cNvSpPr/>
          <p:nvPr userDrawn="1"/>
        </p:nvSpPr>
        <p:spPr>
          <a:xfrm>
            <a:off x="2778633" y="4248060"/>
            <a:ext cx="6287473" cy="10025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endParaRPr lang="ko-KR" altLang="en-US" sz="2400" b="1" dirty="0">
              <a:solidFill>
                <a:schemeClr val="tx1"/>
              </a:solidFill>
              <a:ea typeface="Noto Sans KR Black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8076A9BE-CF3F-4D54-E5AC-275A8024A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708" y="565271"/>
            <a:ext cx="471742" cy="471742"/>
          </a:xfrm>
          <a:prstGeom prst="rect">
            <a:avLst/>
          </a:prstGeom>
        </p:spPr>
      </p:pic>
      <p:grpSp>
        <p:nvGrpSpPr>
          <p:cNvPr id="17" name="그룹 16">
            <a:extLst>
              <a:ext uri="{FF2B5EF4-FFF2-40B4-BE49-F238E27FC236}">
                <a16:creationId xmlns:a16="http://schemas.microsoft.com/office/drawing/2014/main" id="{4D959705-8683-F281-D4C8-338F0C031701}"/>
              </a:ext>
            </a:extLst>
          </p:cNvPr>
          <p:cNvGrpSpPr/>
          <p:nvPr userDrawn="1"/>
        </p:nvGrpSpPr>
        <p:grpSpPr>
          <a:xfrm>
            <a:off x="8456508" y="473130"/>
            <a:ext cx="68169" cy="611544"/>
            <a:chOff x="8714720" y="1683574"/>
            <a:chExt cx="68169" cy="611544"/>
          </a:xfrm>
        </p:grpSpPr>
        <p:sp>
          <p:nvSpPr>
            <p:cNvPr id="18" name="이등변 삼각형 17">
              <a:extLst>
                <a:ext uri="{FF2B5EF4-FFF2-40B4-BE49-F238E27FC236}">
                  <a16:creationId xmlns:a16="http://schemas.microsoft.com/office/drawing/2014/main" id="{3338A818-0164-F6A2-6D15-75823FA7EEA2}"/>
                </a:ext>
              </a:extLst>
            </p:cNvPr>
            <p:cNvSpPr/>
            <p:nvPr/>
          </p:nvSpPr>
          <p:spPr>
            <a:xfrm>
              <a:off x="8714720" y="2236351"/>
              <a:ext cx="68169" cy="58767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이등변 삼각형 18">
              <a:extLst>
                <a:ext uri="{FF2B5EF4-FFF2-40B4-BE49-F238E27FC236}">
                  <a16:creationId xmlns:a16="http://schemas.microsoft.com/office/drawing/2014/main" id="{DF797E52-D6B4-FAF9-F44A-0D185D43D6EF}"/>
                </a:ext>
              </a:extLst>
            </p:cNvPr>
            <p:cNvSpPr/>
            <p:nvPr/>
          </p:nvSpPr>
          <p:spPr>
            <a:xfrm rot="10800000">
              <a:off x="8714720" y="1683574"/>
              <a:ext cx="68169" cy="50123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83BD752C-5637-B1BD-9472-AC28CB8D5B6A}"/>
                </a:ext>
              </a:extLst>
            </p:cNvPr>
            <p:cNvCxnSpPr>
              <a:cxnSpLocks/>
            </p:cNvCxnSpPr>
            <p:nvPr/>
          </p:nvCxnSpPr>
          <p:spPr>
            <a:xfrm>
              <a:off x="8747964" y="1733697"/>
              <a:ext cx="841" cy="50400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8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</p:grpSp>
      <p:sp>
        <p:nvSpPr>
          <p:cNvPr id="25" name="텍스트 개체 틀 12"/>
          <p:cNvSpPr>
            <a:spLocks noGrp="1"/>
          </p:cNvSpPr>
          <p:nvPr>
            <p:ph type="body" sz="quarter" idx="14" hasCustomPrompt="1"/>
          </p:nvPr>
        </p:nvSpPr>
        <p:spPr>
          <a:xfrm>
            <a:off x="4593367" y="625826"/>
            <a:ext cx="3005267" cy="444672"/>
          </a:xfrm>
        </p:spPr>
        <p:txBody>
          <a:bodyPr>
            <a:normAutofit/>
          </a:bodyPr>
          <a:lstStyle>
            <a:lvl1pPr marL="0" indent="0" algn="ctr">
              <a:buNone/>
              <a:defRPr sz="2200" b="1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ko-KR" altLang="en-US" dirty="0" err="1"/>
              <a:t>제목입력</a:t>
            </a:r>
            <a:endParaRPr lang="ko-KR" altLang="en-US" dirty="0"/>
          </a:p>
        </p:txBody>
      </p:sp>
      <p:cxnSp>
        <p:nvCxnSpPr>
          <p:cNvPr id="26" name="직선 연결선 12">
            <a:extLst>
              <a:ext uri="{FF2B5EF4-FFF2-40B4-BE49-F238E27FC236}">
                <a16:creationId xmlns:a16="http://schemas.microsoft.com/office/drawing/2014/main" id="{E7B4AC09-CC08-C45E-A107-8154C86B883E}"/>
              </a:ext>
            </a:extLst>
          </p:cNvPr>
          <p:cNvCxnSpPr>
            <a:cxnSpLocks/>
          </p:cNvCxnSpPr>
          <p:nvPr/>
        </p:nvCxnSpPr>
        <p:spPr>
          <a:xfrm>
            <a:off x="789832" y="1641720"/>
            <a:ext cx="1392461" cy="0"/>
          </a:xfrm>
          <a:prstGeom prst="line">
            <a:avLst/>
          </a:prstGeom>
          <a:ln w="444500" cap="rnd">
            <a:solidFill>
              <a:srgbClr val="373E54"/>
            </a:solidFill>
          </a:ln>
          <a:scene3d>
            <a:camera prst="orthographicFront"/>
            <a:lightRig rig="threePt" dir="t">
              <a:rot lat="0" lon="0" rev="7800000"/>
            </a:lightRig>
          </a:scene3d>
          <a:sp3d prstMaterial="clear">
            <a:bevelT w="285750" h="13335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텍스트 개체 틀 7"/>
          <p:cNvSpPr>
            <a:spLocks noGrp="1"/>
          </p:cNvSpPr>
          <p:nvPr>
            <p:ph type="body" sz="quarter" idx="15" hasCustomPrompt="1"/>
          </p:nvPr>
        </p:nvSpPr>
        <p:spPr>
          <a:xfrm>
            <a:off x="622462" y="1497514"/>
            <a:ext cx="1727200" cy="479895"/>
          </a:xfrm>
        </p:spPr>
        <p:txBody>
          <a:bodyPr/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>
                <a:ea typeface="Noto Sans KR Black" panose="020B0200000000000000"/>
              </a:defRPr>
            </a:lvl1pPr>
          </a:lstStyle>
          <a:p>
            <a:pPr lvl="0"/>
            <a:r>
              <a:rPr lang="ko-KR" altLang="en-US" dirty="0"/>
              <a:t>이름</a:t>
            </a:r>
          </a:p>
        </p:txBody>
      </p:sp>
    </p:spTree>
    <p:extLst>
      <p:ext uri="{BB962C8B-B14F-4D97-AF65-F5344CB8AC3E}">
        <p14:creationId xmlns:p14="http://schemas.microsoft.com/office/powerpoint/2010/main" val="4066063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시나리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2026-06-30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B9C1C56E-68F8-A992-19BB-C3412AB35A80}"/>
              </a:ext>
            </a:extLst>
          </p:cNvPr>
          <p:cNvSpPr/>
          <p:nvPr userDrawn="1"/>
        </p:nvSpPr>
        <p:spPr>
          <a:xfrm>
            <a:off x="109528" y="151352"/>
            <a:ext cx="11972945" cy="6706648"/>
          </a:xfrm>
          <a:custGeom>
            <a:avLst/>
            <a:gdLst>
              <a:gd name="connsiteX0" fmla="*/ 286460 w 11972945"/>
              <a:gd name="connsiteY0" fmla="*/ 0 h 6706648"/>
              <a:gd name="connsiteX1" fmla="*/ 11686485 w 11972945"/>
              <a:gd name="connsiteY1" fmla="*/ 0 h 6706648"/>
              <a:gd name="connsiteX2" fmla="*/ 11972945 w 11972945"/>
              <a:gd name="connsiteY2" fmla="*/ 286460 h 6706648"/>
              <a:gd name="connsiteX3" fmla="*/ 11972945 w 11972945"/>
              <a:gd name="connsiteY3" fmla="*/ 6706648 h 6706648"/>
              <a:gd name="connsiteX4" fmla="*/ 11734820 w 11972945"/>
              <a:gd name="connsiteY4" fmla="*/ 6706648 h 6706648"/>
              <a:gd name="connsiteX5" fmla="*/ 11734820 w 11972945"/>
              <a:gd name="connsiteY5" fmla="*/ 410600 h 6706648"/>
              <a:gd name="connsiteX6" fmla="*/ 11593530 w 11972945"/>
              <a:gd name="connsiteY6" fmla="*/ 269310 h 6706648"/>
              <a:gd name="connsiteX7" fmla="*/ 379414 w 11972945"/>
              <a:gd name="connsiteY7" fmla="*/ 269310 h 6706648"/>
              <a:gd name="connsiteX8" fmla="*/ 238124 w 11972945"/>
              <a:gd name="connsiteY8" fmla="*/ 410600 h 6706648"/>
              <a:gd name="connsiteX9" fmla="*/ 238124 w 11972945"/>
              <a:gd name="connsiteY9" fmla="*/ 6706648 h 6706648"/>
              <a:gd name="connsiteX10" fmla="*/ 0 w 11972945"/>
              <a:gd name="connsiteY10" fmla="*/ 6706648 h 6706648"/>
              <a:gd name="connsiteX11" fmla="*/ 0 w 11972945"/>
              <a:gd name="connsiteY11" fmla="*/ 286460 h 6706648"/>
              <a:gd name="connsiteX12" fmla="*/ 286460 w 11972945"/>
              <a:gd name="connsiteY12" fmla="*/ 0 h 6706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72945" h="6706648">
                <a:moveTo>
                  <a:pt x="286460" y="0"/>
                </a:moveTo>
                <a:lnTo>
                  <a:pt x="11686485" y="0"/>
                </a:lnTo>
                <a:cubicBezTo>
                  <a:pt x="11844692" y="0"/>
                  <a:pt x="11972945" y="128253"/>
                  <a:pt x="11972945" y="286460"/>
                </a:cubicBezTo>
                <a:lnTo>
                  <a:pt x="11972945" y="6706648"/>
                </a:lnTo>
                <a:lnTo>
                  <a:pt x="11734820" y="6706648"/>
                </a:lnTo>
                <a:lnTo>
                  <a:pt x="11734820" y="410600"/>
                </a:lnTo>
                <a:cubicBezTo>
                  <a:pt x="11734820" y="332568"/>
                  <a:pt x="11671562" y="269310"/>
                  <a:pt x="11593530" y="269310"/>
                </a:cubicBezTo>
                <a:lnTo>
                  <a:pt x="379414" y="269310"/>
                </a:lnTo>
                <a:cubicBezTo>
                  <a:pt x="301382" y="269310"/>
                  <a:pt x="238124" y="332568"/>
                  <a:pt x="238124" y="410600"/>
                </a:cubicBezTo>
                <a:lnTo>
                  <a:pt x="238124" y="6706648"/>
                </a:lnTo>
                <a:lnTo>
                  <a:pt x="0" y="6706648"/>
                </a:lnTo>
                <a:lnTo>
                  <a:pt x="0" y="286460"/>
                </a:lnTo>
                <a:cubicBezTo>
                  <a:pt x="0" y="128253"/>
                  <a:pt x="128253" y="0"/>
                  <a:pt x="28646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44450">
            <a:solidFill>
              <a:schemeClr val="bg1">
                <a:lumMod val="65000"/>
              </a:schemeClr>
            </a:solidFill>
          </a:ln>
          <a:scene3d>
            <a:camera prst="orthographicFront"/>
            <a:lightRig rig="balanced" dir="t"/>
          </a:scene3d>
          <a:sp3d prstMaterial="clear">
            <a:bevelT w="127000" h="165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사각형: 둥근 모서리 3">
            <a:extLst>
              <a:ext uri="{FF2B5EF4-FFF2-40B4-BE49-F238E27FC236}">
                <a16:creationId xmlns:a16="http://schemas.microsoft.com/office/drawing/2014/main" id="{919C9A8A-338A-724D-194A-F50300BE44AC}"/>
              </a:ext>
            </a:extLst>
          </p:cNvPr>
          <p:cNvSpPr/>
          <p:nvPr userDrawn="1"/>
        </p:nvSpPr>
        <p:spPr>
          <a:xfrm>
            <a:off x="461962" y="549142"/>
            <a:ext cx="11268076" cy="461982"/>
          </a:xfrm>
          <a:prstGeom prst="roundRect">
            <a:avLst>
              <a:gd name="adj" fmla="val 25278"/>
            </a:avLst>
          </a:prstGeom>
          <a:solidFill>
            <a:srgbClr val="373E54"/>
          </a:solidFill>
          <a:ln w="9525">
            <a:solidFill>
              <a:srgbClr val="171C2D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ko-KR" altLang="en-US" sz="2000" b="1" dirty="0">
              <a:solidFill>
                <a:schemeClr val="bg1"/>
              </a:solidFill>
              <a:latin typeface="Arial Black" panose="020B0A04020102020204" pitchFamily="34" charset="0"/>
              <a:ea typeface="Noto Sans KR Black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8076A9BE-CF3F-4D54-E5AC-275A8024A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708" y="565271"/>
            <a:ext cx="471742" cy="471742"/>
          </a:xfrm>
          <a:prstGeom prst="rect">
            <a:avLst/>
          </a:prstGeom>
        </p:spPr>
      </p:pic>
      <p:grpSp>
        <p:nvGrpSpPr>
          <p:cNvPr id="17" name="그룹 16">
            <a:extLst>
              <a:ext uri="{FF2B5EF4-FFF2-40B4-BE49-F238E27FC236}">
                <a16:creationId xmlns:a16="http://schemas.microsoft.com/office/drawing/2014/main" id="{4D959705-8683-F281-D4C8-338F0C031701}"/>
              </a:ext>
            </a:extLst>
          </p:cNvPr>
          <p:cNvGrpSpPr/>
          <p:nvPr userDrawn="1"/>
        </p:nvGrpSpPr>
        <p:grpSpPr>
          <a:xfrm>
            <a:off x="8456508" y="473130"/>
            <a:ext cx="68169" cy="611544"/>
            <a:chOff x="8714720" y="1683574"/>
            <a:chExt cx="68169" cy="611544"/>
          </a:xfrm>
        </p:grpSpPr>
        <p:sp>
          <p:nvSpPr>
            <p:cNvPr id="18" name="이등변 삼각형 17">
              <a:extLst>
                <a:ext uri="{FF2B5EF4-FFF2-40B4-BE49-F238E27FC236}">
                  <a16:creationId xmlns:a16="http://schemas.microsoft.com/office/drawing/2014/main" id="{3338A818-0164-F6A2-6D15-75823FA7EEA2}"/>
                </a:ext>
              </a:extLst>
            </p:cNvPr>
            <p:cNvSpPr/>
            <p:nvPr/>
          </p:nvSpPr>
          <p:spPr>
            <a:xfrm>
              <a:off x="8714720" y="2236351"/>
              <a:ext cx="68169" cy="58767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이등변 삼각형 18">
              <a:extLst>
                <a:ext uri="{FF2B5EF4-FFF2-40B4-BE49-F238E27FC236}">
                  <a16:creationId xmlns:a16="http://schemas.microsoft.com/office/drawing/2014/main" id="{DF797E52-D6B4-FAF9-F44A-0D185D43D6EF}"/>
                </a:ext>
              </a:extLst>
            </p:cNvPr>
            <p:cNvSpPr/>
            <p:nvPr/>
          </p:nvSpPr>
          <p:spPr>
            <a:xfrm rot="10800000">
              <a:off x="8714720" y="1683574"/>
              <a:ext cx="68169" cy="50123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83BD752C-5637-B1BD-9472-AC28CB8D5B6A}"/>
                </a:ext>
              </a:extLst>
            </p:cNvPr>
            <p:cNvCxnSpPr>
              <a:cxnSpLocks/>
            </p:cNvCxnSpPr>
            <p:nvPr/>
          </p:nvCxnSpPr>
          <p:spPr>
            <a:xfrm>
              <a:off x="8747964" y="1733697"/>
              <a:ext cx="841" cy="50400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8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</p:grpSp>
      <p:sp>
        <p:nvSpPr>
          <p:cNvPr id="25" name="텍스트 개체 틀 12"/>
          <p:cNvSpPr>
            <a:spLocks noGrp="1"/>
          </p:cNvSpPr>
          <p:nvPr>
            <p:ph type="body" sz="quarter" idx="14" hasCustomPrompt="1"/>
          </p:nvPr>
        </p:nvSpPr>
        <p:spPr>
          <a:xfrm>
            <a:off x="4593367" y="625826"/>
            <a:ext cx="3005267" cy="444672"/>
          </a:xfrm>
        </p:spPr>
        <p:txBody>
          <a:bodyPr>
            <a:normAutofit/>
          </a:bodyPr>
          <a:lstStyle>
            <a:lvl1pPr marL="0" indent="0" algn="ctr">
              <a:buNone/>
              <a:defRPr sz="2200" b="1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ko-KR" altLang="en-US" dirty="0" err="1"/>
              <a:t>제목입력</a:t>
            </a:r>
            <a:endParaRPr lang="ko-KR" altLang="en-US" dirty="0"/>
          </a:p>
        </p:txBody>
      </p:sp>
      <p:cxnSp>
        <p:nvCxnSpPr>
          <p:cNvPr id="26" name="직선 연결선 12">
            <a:extLst>
              <a:ext uri="{FF2B5EF4-FFF2-40B4-BE49-F238E27FC236}">
                <a16:creationId xmlns:a16="http://schemas.microsoft.com/office/drawing/2014/main" id="{E7B4AC09-CC08-C45E-A107-8154C86B883E}"/>
              </a:ext>
            </a:extLst>
          </p:cNvPr>
          <p:cNvCxnSpPr>
            <a:cxnSpLocks/>
          </p:cNvCxnSpPr>
          <p:nvPr/>
        </p:nvCxnSpPr>
        <p:spPr>
          <a:xfrm>
            <a:off x="836517" y="1641720"/>
            <a:ext cx="1392461" cy="0"/>
          </a:xfrm>
          <a:prstGeom prst="line">
            <a:avLst/>
          </a:prstGeom>
          <a:ln w="444500" cap="rnd">
            <a:solidFill>
              <a:srgbClr val="373E54"/>
            </a:solidFill>
          </a:ln>
          <a:scene3d>
            <a:camera prst="orthographicFront"/>
            <a:lightRig rig="threePt" dir="t">
              <a:rot lat="0" lon="0" rev="7800000"/>
            </a:lightRig>
          </a:scene3d>
          <a:sp3d prstMaterial="clear">
            <a:bevelT w="285750" h="13335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텍스트 개체 틀 7"/>
          <p:cNvSpPr>
            <a:spLocks noGrp="1"/>
          </p:cNvSpPr>
          <p:nvPr>
            <p:ph type="body" sz="quarter" idx="15" hasCustomPrompt="1"/>
          </p:nvPr>
        </p:nvSpPr>
        <p:spPr>
          <a:xfrm>
            <a:off x="661366" y="1497514"/>
            <a:ext cx="1727200" cy="479895"/>
          </a:xfrm>
        </p:spPr>
        <p:txBody>
          <a:bodyPr/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>
                <a:ea typeface="Noto Sans KR Black" panose="020B0200000000000000"/>
              </a:defRPr>
            </a:lvl1pPr>
          </a:lstStyle>
          <a:p>
            <a:pPr lvl="0"/>
            <a:r>
              <a:rPr lang="ko-KR" altLang="en-US" dirty="0"/>
              <a:t>이름</a:t>
            </a:r>
          </a:p>
        </p:txBody>
      </p:sp>
      <p:cxnSp>
        <p:nvCxnSpPr>
          <p:cNvPr id="33" name="직선 연결선 12">
            <a:extLst>
              <a:ext uri="{FF2B5EF4-FFF2-40B4-BE49-F238E27FC236}">
                <a16:creationId xmlns:a16="http://schemas.microsoft.com/office/drawing/2014/main" id="{E7B4AC09-CC08-C45E-A107-8154C86B883E}"/>
              </a:ext>
            </a:extLst>
          </p:cNvPr>
          <p:cNvCxnSpPr>
            <a:cxnSpLocks/>
          </p:cNvCxnSpPr>
          <p:nvPr userDrawn="1"/>
        </p:nvCxnSpPr>
        <p:spPr>
          <a:xfrm>
            <a:off x="836517" y="5787317"/>
            <a:ext cx="1392461" cy="0"/>
          </a:xfrm>
          <a:prstGeom prst="line">
            <a:avLst/>
          </a:prstGeom>
          <a:ln w="444500" cap="rnd">
            <a:solidFill>
              <a:srgbClr val="373E54"/>
            </a:solidFill>
          </a:ln>
          <a:scene3d>
            <a:camera prst="orthographicFront"/>
            <a:lightRig rig="threePt" dir="t">
              <a:rot lat="0" lon="0" rev="7800000"/>
            </a:lightRig>
          </a:scene3d>
          <a:sp3d prstMaterial="clear">
            <a:bevelT w="285750" h="13335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12">
            <a:extLst>
              <a:ext uri="{FF2B5EF4-FFF2-40B4-BE49-F238E27FC236}">
                <a16:creationId xmlns:a16="http://schemas.microsoft.com/office/drawing/2014/main" id="{E7B4AC09-CC08-C45E-A107-8154C86B883E}"/>
              </a:ext>
            </a:extLst>
          </p:cNvPr>
          <p:cNvCxnSpPr>
            <a:cxnSpLocks/>
          </p:cNvCxnSpPr>
          <p:nvPr userDrawn="1"/>
        </p:nvCxnSpPr>
        <p:spPr>
          <a:xfrm>
            <a:off x="836517" y="4750917"/>
            <a:ext cx="1392461" cy="0"/>
          </a:xfrm>
          <a:prstGeom prst="line">
            <a:avLst/>
          </a:prstGeom>
          <a:ln w="444500" cap="rnd">
            <a:solidFill>
              <a:srgbClr val="373E54"/>
            </a:solidFill>
          </a:ln>
          <a:scene3d>
            <a:camera prst="orthographicFront"/>
            <a:lightRig rig="threePt" dir="t">
              <a:rot lat="0" lon="0" rev="7800000"/>
            </a:lightRig>
          </a:scene3d>
          <a:sp3d prstMaterial="clear">
            <a:bevelT w="285750" h="13335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12">
            <a:extLst>
              <a:ext uri="{FF2B5EF4-FFF2-40B4-BE49-F238E27FC236}">
                <a16:creationId xmlns:a16="http://schemas.microsoft.com/office/drawing/2014/main" id="{E7B4AC09-CC08-C45E-A107-8154C86B883E}"/>
              </a:ext>
            </a:extLst>
          </p:cNvPr>
          <p:cNvCxnSpPr>
            <a:cxnSpLocks/>
          </p:cNvCxnSpPr>
          <p:nvPr userDrawn="1"/>
        </p:nvCxnSpPr>
        <p:spPr>
          <a:xfrm>
            <a:off x="836517" y="3714518"/>
            <a:ext cx="1392461" cy="0"/>
          </a:xfrm>
          <a:prstGeom prst="line">
            <a:avLst/>
          </a:prstGeom>
          <a:ln w="444500" cap="rnd">
            <a:solidFill>
              <a:srgbClr val="373E54"/>
            </a:solidFill>
          </a:ln>
          <a:scene3d>
            <a:camera prst="orthographicFront"/>
            <a:lightRig rig="threePt" dir="t">
              <a:rot lat="0" lon="0" rev="7800000"/>
            </a:lightRig>
          </a:scene3d>
          <a:sp3d prstMaterial="clear">
            <a:bevelT w="285750" h="13335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12">
            <a:extLst>
              <a:ext uri="{FF2B5EF4-FFF2-40B4-BE49-F238E27FC236}">
                <a16:creationId xmlns:a16="http://schemas.microsoft.com/office/drawing/2014/main" id="{E7B4AC09-CC08-C45E-A107-8154C86B883E}"/>
              </a:ext>
            </a:extLst>
          </p:cNvPr>
          <p:cNvCxnSpPr>
            <a:cxnSpLocks/>
          </p:cNvCxnSpPr>
          <p:nvPr userDrawn="1"/>
        </p:nvCxnSpPr>
        <p:spPr>
          <a:xfrm>
            <a:off x="828736" y="2678119"/>
            <a:ext cx="1392461" cy="0"/>
          </a:xfrm>
          <a:prstGeom prst="line">
            <a:avLst/>
          </a:prstGeom>
          <a:ln w="444500" cap="rnd">
            <a:solidFill>
              <a:srgbClr val="373E54"/>
            </a:solidFill>
          </a:ln>
          <a:scene3d>
            <a:camera prst="orthographicFront"/>
            <a:lightRig rig="threePt" dir="t">
              <a:rot lat="0" lon="0" rev="7800000"/>
            </a:lightRig>
          </a:scene3d>
          <a:sp3d prstMaterial="clear">
            <a:bevelT w="285750" h="13335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텍스트 개체 틀 7"/>
          <p:cNvSpPr>
            <a:spLocks noGrp="1"/>
          </p:cNvSpPr>
          <p:nvPr>
            <p:ph type="body" sz="quarter" idx="16" hasCustomPrompt="1"/>
          </p:nvPr>
        </p:nvSpPr>
        <p:spPr>
          <a:xfrm>
            <a:off x="661366" y="2543801"/>
            <a:ext cx="1727200" cy="479895"/>
          </a:xfrm>
        </p:spPr>
        <p:txBody>
          <a:bodyPr/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>
                <a:ea typeface="Noto Sans KR Black" panose="020B0200000000000000"/>
              </a:defRPr>
            </a:lvl1pPr>
          </a:lstStyle>
          <a:p>
            <a:pPr lvl="0"/>
            <a:r>
              <a:rPr lang="ko-KR" altLang="en-US" dirty="0"/>
              <a:t>이름</a:t>
            </a:r>
          </a:p>
        </p:txBody>
      </p:sp>
      <p:sp>
        <p:nvSpPr>
          <p:cNvPr id="45" name="텍스트 개체 틀 7"/>
          <p:cNvSpPr>
            <a:spLocks noGrp="1"/>
          </p:cNvSpPr>
          <p:nvPr>
            <p:ph type="body" sz="quarter" idx="17" hasCustomPrompt="1"/>
          </p:nvPr>
        </p:nvSpPr>
        <p:spPr>
          <a:xfrm>
            <a:off x="661366" y="3583829"/>
            <a:ext cx="1727200" cy="479895"/>
          </a:xfrm>
        </p:spPr>
        <p:txBody>
          <a:bodyPr/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>
                <a:ea typeface="Noto Sans KR Black" panose="020B0200000000000000"/>
              </a:defRPr>
            </a:lvl1pPr>
          </a:lstStyle>
          <a:p>
            <a:pPr lvl="0"/>
            <a:r>
              <a:rPr lang="ko-KR" altLang="en-US" dirty="0"/>
              <a:t>이름</a:t>
            </a:r>
          </a:p>
        </p:txBody>
      </p:sp>
      <p:sp>
        <p:nvSpPr>
          <p:cNvPr id="46" name="텍스트 개체 틀 7"/>
          <p:cNvSpPr>
            <a:spLocks noGrp="1"/>
          </p:cNvSpPr>
          <p:nvPr>
            <p:ph type="body" sz="quarter" idx="18" hasCustomPrompt="1"/>
          </p:nvPr>
        </p:nvSpPr>
        <p:spPr>
          <a:xfrm>
            <a:off x="661366" y="4632756"/>
            <a:ext cx="1727200" cy="479895"/>
          </a:xfrm>
        </p:spPr>
        <p:txBody>
          <a:bodyPr/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>
                <a:ea typeface="Noto Sans KR Black" panose="020B0200000000000000"/>
              </a:defRPr>
            </a:lvl1pPr>
          </a:lstStyle>
          <a:p>
            <a:pPr lvl="0"/>
            <a:r>
              <a:rPr lang="ko-KR" altLang="en-US" dirty="0"/>
              <a:t>이름</a:t>
            </a:r>
          </a:p>
        </p:txBody>
      </p:sp>
      <p:sp>
        <p:nvSpPr>
          <p:cNvPr id="47" name="텍스트 개체 틀 7"/>
          <p:cNvSpPr>
            <a:spLocks noGrp="1"/>
          </p:cNvSpPr>
          <p:nvPr>
            <p:ph type="body" sz="quarter" idx="19" hasCustomPrompt="1"/>
          </p:nvPr>
        </p:nvSpPr>
        <p:spPr>
          <a:xfrm>
            <a:off x="661366" y="5667400"/>
            <a:ext cx="1727200" cy="479895"/>
          </a:xfrm>
        </p:spPr>
        <p:txBody>
          <a:bodyPr/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>
                <a:ea typeface="Noto Sans KR Black" panose="020B0200000000000000"/>
              </a:defRPr>
            </a:lvl1pPr>
          </a:lstStyle>
          <a:p>
            <a:pPr lvl="0"/>
            <a:r>
              <a:rPr lang="ko-KR" altLang="en-US" dirty="0"/>
              <a:t>이름</a:t>
            </a:r>
          </a:p>
        </p:txBody>
      </p:sp>
    </p:spTree>
    <p:extLst>
      <p:ext uri="{BB962C8B-B14F-4D97-AF65-F5344CB8AC3E}">
        <p14:creationId xmlns:p14="http://schemas.microsoft.com/office/powerpoint/2010/main" val="2450153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1">
    <p:bg>
      <p:bgPr>
        <a:pattFill prst="lgGrid">
          <a:fgClr>
            <a:srgbClr val="1B2335"/>
          </a:fgClr>
          <a:bgClr>
            <a:srgbClr val="161C2A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FF2DA30-6E46-4781-A24E-22BEFDC93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2026-06-30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6E6DFE5-8E83-400E-805F-69D1FE731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DD16593-628A-472D-A9C3-C41BD8886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49D7317D-8D60-E7E3-F03D-D82115CF413F}"/>
              </a:ext>
            </a:extLst>
          </p:cNvPr>
          <p:cNvSpPr/>
          <p:nvPr userDrawn="1"/>
        </p:nvSpPr>
        <p:spPr>
          <a:xfrm>
            <a:off x="109527" y="151352"/>
            <a:ext cx="11972945" cy="6706648"/>
          </a:xfrm>
          <a:custGeom>
            <a:avLst/>
            <a:gdLst>
              <a:gd name="connsiteX0" fmla="*/ 286460 w 11972945"/>
              <a:gd name="connsiteY0" fmla="*/ 0 h 6706648"/>
              <a:gd name="connsiteX1" fmla="*/ 11686485 w 11972945"/>
              <a:gd name="connsiteY1" fmla="*/ 0 h 6706648"/>
              <a:gd name="connsiteX2" fmla="*/ 11972945 w 11972945"/>
              <a:gd name="connsiteY2" fmla="*/ 286460 h 6706648"/>
              <a:gd name="connsiteX3" fmla="*/ 11972945 w 11972945"/>
              <a:gd name="connsiteY3" fmla="*/ 6706648 h 6706648"/>
              <a:gd name="connsiteX4" fmla="*/ 11734820 w 11972945"/>
              <a:gd name="connsiteY4" fmla="*/ 6706648 h 6706648"/>
              <a:gd name="connsiteX5" fmla="*/ 11734820 w 11972945"/>
              <a:gd name="connsiteY5" fmla="*/ 410600 h 6706648"/>
              <a:gd name="connsiteX6" fmla="*/ 11593530 w 11972945"/>
              <a:gd name="connsiteY6" fmla="*/ 269310 h 6706648"/>
              <a:gd name="connsiteX7" fmla="*/ 379414 w 11972945"/>
              <a:gd name="connsiteY7" fmla="*/ 269310 h 6706648"/>
              <a:gd name="connsiteX8" fmla="*/ 238124 w 11972945"/>
              <a:gd name="connsiteY8" fmla="*/ 410600 h 6706648"/>
              <a:gd name="connsiteX9" fmla="*/ 238124 w 11972945"/>
              <a:gd name="connsiteY9" fmla="*/ 6706648 h 6706648"/>
              <a:gd name="connsiteX10" fmla="*/ 0 w 11972945"/>
              <a:gd name="connsiteY10" fmla="*/ 6706648 h 6706648"/>
              <a:gd name="connsiteX11" fmla="*/ 0 w 11972945"/>
              <a:gd name="connsiteY11" fmla="*/ 286460 h 6706648"/>
              <a:gd name="connsiteX12" fmla="*/ 286460 w 11972945"/>
              <a:gd name="connsiteY12" fmla="*/ 0 h 6706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72945" h="6706648">
                <a:moveTo>
                  <a:pt x="286460" y="0"/>
                </a:moveTo>
                <a:lnTo>
                  <a:pt x="11686485" y="0"/>
                </a:lnTo>
                <a:cubicBezTo>
                  <a:pt x="11844692" y="0"/>
                  <a:pt x="11972945" y="128253"/>
                  <a:pt x="11972945" y="286460"/>
                </a:cubicBezTo>
                <a:lnTo>
                  <a:pt x="11972945" y="6706648"/>
                </a:lnTo>
                <a:lnTo>
                  <a:pt x="11734820" y="6706648"/>
                </a:lnTo>
                <a:lnTo>
                  <a:pt x="11734820" y="410600"/>
                </a:lnTo>
                <a:cubicBezTo>
                  <a:pt x="11734820" y="332568"/>
                  <a:pt x="11671562" y="269310"/>
                  <a:pt x="11593530" y="269310"/>
                </a:cubicBezTo>
                <a:lnTo>
                  <a:pt x="379414" y="269310"/>
                </a:lnTo>
                <a:cubicBezTo>
                  <a:pt x="301382" y="269310"/>
                  <a:pt x="238124" y="332568"/>
                  <a:pt x="238124" y="410600"/>
                </a:cubicBezTo>
                <a:lnTo>
                  <a:pt x="238124" y="6706648"/>
                </a:lnTo>
                <a:lnTo>
                  <a:pt x="0" y="6706648"/>
                </a:lnTo>
                <a:lnTo>
                  <a:pt x="0" y="286460"/>
                </a:lnTo>
                <a:cubicBezTo>
                  <a:pt x="0" y="128253"/>
                  <a:pt x="128253" y="0"/>
                  <a:pt x="286460" y="0"/>
                </a:cubicBezTo>
                <a:close/>
              </a:path>
            </a:pathLst>
          </a:custGeom>
          <a:solidFill>
            <a:schemeClr val="bg1"/>
          </a:solidFill>
          <a:ln w="44450">
            <a:noFill/>
          </a:ln>
          <a:scene3d>
            <a:camera prst="orthographicFront"/>
            <a:lightRig rig="balanced" dir="t"/>
          </a:scene3d>
          <a:sp3d prstMaterial="clear">
            <a:bevelT w="127000" h="165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사각형: 둥근 모서리 3">
            <a:extLst>
              <a:ext uri="{FF2B5EF4-FFF2-40B4-BE49-F238E27FC236}">
                <a16:creationId xmlns:a16="http://schemas.microsoft.com/office/drawing/2014/main" id="{D8B937C5-D8E1-6031-493D-C11E27275918}"/>
              </a:ext>
            </a:extLst>
          </p:cNvPr>
          <p:cNvSpPr/>
          <p:nvPr userDrawn="1"/>
        </p:nvSpPr>
        <p:spPr>
          <a:xfrm>
            <a:off x="461962" y="549142"/>
            <a:ext cx="11268076" cy="461982"/>
          </a:xfrm>
          <a:prstGeom prst="roundRect">
            <a:avLst>
              <a:gd name="adj" fmla="val 25278"/>
            </a:avLst>
          </a:prstGeom>
          <a:solidFill>
            <a:srgbClr val="484F6A">
              <a:alpha val="66000"/>
            </a:srgbClr>
          </a:solidFill>
          <a:ln w="9525">
            <a:solidFill>
              <a:schemeClr val="bg1">
                <a:alpha val="4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000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/>
              </a:rPr>
              <a:t> </a:t>
            </a:r>
            <a:endParaRPr lang="ko-KR" altLang="en-US" sz="2000" dirty="0">
              <a:solidFill>
                <a:schemeClr val="bg1"/>
              </a:solidFill>
              <a:ea typeface="Noto Sans KR Black"/>
            </a:endParaRPr>
          </a:p>
        </p:txBody>
      </p:sp>
      <p:sp>
        <p:nvSpPr>
          <p:cNvPr id="9" name="타원 26">
            <a:extLst>
              <a:ext uri="{FF2B5EF4-FFF2-40B4-BE49-F238E27FC236}">
                <a16:creationId xmlns:a16="http://schemas.microsoft.com/office/drawing/2014/main" id="{70391268-9E70-8EFE-DB72-A5889522CEFE}"/>
              </a:ext>
            </a:extLst>
          </p:cNvPr>
          <p:cNvSpPr/>
          <p:nvPr/>
        </p:nvSpPr>
        <p:spPr>
          <a:xfrm>
            <a:off x="4646840" y="3043942"/>
            <a:ext cx="772678" cy="792077"/>
          </a:xfrm>
          <a:prstGeom prst="ellipse">
            <a:avLst/>
          </a:prstGeom>
          <a:solidFill>
            <a:schemeClr val="bg1"/>
          </a:solidFill>
          <a:ln w="19050">
            <a:noFill/>
          </a:ln>
          <a:effectLst>
            <a:outerShdw blurRad="50800" dist="38100" dir="5400000" algn="t" rotWithShape="0">
              <a:prstClr val="black">
                <a:alpha val="15000"/>
              </a:prstClr>
            </a:outerShdw>
          </a:effectLst>
          <a:scene3d>
            <a:camera prst="orthographicFront"/>
            <a:lightRig rig="balanced" dir="t"/>
          </a:scene3d>
          <a:sp3d prstMaterial="clear">
            <a:bevelT w="127000" h="165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30">
            <a:extLst>
              <a:ext uri="{FF2B5EF4-FFF2-40B4-BE49-F238E27FC236}">
                <a16:creationId xmlns:a16="http://schemas.microsoft.com/office/drawing/2014/main" id="{7E9ABD0B-D393-5095-1189-5F4EFDB36C30}"/>
              </a:ext>
            </a:extLst>
          </p:cNvPr>
          <p:cNvSpPr/>
          <p:nvPr/>
        </p:nvSpPr>
        <p:spPr>
          <a:xfrm>
            <a:off x="4646840" y="3020424"/>
            <a:ext cx="772678" cy="671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cxnSp>
        <p:nvCxnSpPr>
          <p:cNvPr id="11" name="직선 연결선 34">
            <a:extLst>
              <a:ext uri="{FF2B5EF4-FFF2-40B4-BE49-F238E27FC236}">
                <a16:creationId xmlns:a16="http://schemas.microsoft.com/office/drawing/2014/main" id="{DBA15ED7-7758-7228-2604-FB31D6DC1F41}"/>
              </a:ext>
            </a:extLst>
          </p:cNvPr>
          <p:cNvCxnSpPr>
            <a:cxnSpLocks/>
          </p:cNvCxnSpPr>
          <p:nvPr/>
        </p:nvCxnSpPr>
        <p:spPr>
          <a:xfrm>
            <a:off x="5419518" y="3691792"/>
            <a:ext cx="2125640" cy="0"/>
          </a:xfrm>
          <a:prstGeom prst="lin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glow rad="101600">
              <a:schemeClr val="bg1">
                <a:lumMod val="65000"/>
                <a:alpha val="6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8076A9BE-CF3F-4D54-E5AC-275A8024A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708" y="565271"/>
            <a:ext cx="471742" cy="471742"/>
          </a:xfrm>
          <a:prstGeom prst="rect">
            <a:avLst/>
          </a:prstGeom>
        </p:spPr>
      </p:pic>
      <p:sp>
        <p:nvSpPr>
          <p:cNvPr id="24" name="직사각형 30">
            <a:extLst>
              <a:ext uri="{FF2B5EF4-FFF2-40B4-BE49-F238E27FC236}">
                <a16:creationId xmlns:a16="http://schemas.microsoft.com/office/drawing/2014/main" id="{EB26978D-EE29-9D8F-CCF4-A9BDF9E35221}"/>
              </a:ext>
            </a:extLst>
          </p:cNvPr>
          <p:cNvSpPr/>
          <p:nvPr userDrawn="1"/>
        </p:nvSpPr>
        <p:spPr>
          <a:xfrm>
            <a:off x="4663507" y="3035242"/>
            <a:ext cx="772678" cy="671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Noto Sans KR Medium" panose="020B0200000000000000"/>
                <a:cs typeface="Arial" panose="020B0604020202020204" pitchFamily="34" charset="0"/>
              </a:rPr>
              <a:t>04</a:t>
            </a:r>
            <a:endParaRPr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Noto Sans KR Medium" panose="020B0200000000000000"/>
              <a:cs typeface="Arial" panose="020B0604020202020204" pitchFamily="34" charset="0"/>
            </a:endParaRPr>
          </a:p>
        </p:txBody>
      </p:sp>
      <p:sp>
        <p:nvSpPr>
          <p:cNvPr id="25" name="직사각형 43">
            <a:extLst>
              <a:ext uri="{FF2B5EF4-FFF2-40B4-BE49-F238E27FC236}">
                <a16:creationId xmlns:a16="http://schemas.microsoft.com/office/drawing/2014/main" id="{8568850F-673E-DAB7-0CD1-FFE7A27D4728}"/>
              </a:ext>
            </a:extLst>
          </p:cNvPr>
          <p:cNvSpPr/>
          <p:nvPr userDrawn="1"/>
        </p:nvSpPr>
        <p:spPr>
          <a:xfrm>
            <a:off x="5452852" y="3083528"/>
            <a:ext cx="2125642" cy="462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Noto Sans KR Medium" panose="020B0200000000000000"/>
              </a:rPr>
              <a:t>Q &amp; A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4D959705-8683-F281-D4C8-338F0C031701}"/>
              </a:ext>
            </a:extLst>
          </p:cNvPr>
          <p:cNvGrpSpPr/>
          <p:nvPr userDrawn="1"/>
        </p:nvGrpSpPr>
        <p:grpSpPr>
          <a:xfrm>
            <a:off x="11661869" y="473130"/>
            <a:ext cx="68169" cy="611544"/>
            <a:chOff x="8714720" y="1683574"/>
            <a:chExt cx="68169" cy="611544"/>
          </a:xfrm>
        </p:grpSpPr>
        <p:sp>
          <p:nvSpPr>
            <p:cNvPr id="23" name="이등변 삼각형 22">
              <a:extLst>
                <a:ext uri="{FF2B5EF4-FFF2-40B4-BE49-F238E27FC236}">
                  <a16:creationId xmlns:a16="http://schemas.microsoft.com/office/drawing/2014/main" id="{3338A818-0164-F6A2-6D15-75823FA7EEA2}"/>
                </a:ext>
              </a:extLst>
            </p:cNvPr>
            <p:cNvSpPr/>
            <p:nvPr/>
          </p:nvSpPr>
          <p:spPr>
            <a:xfrm>
              <a:off x="8714720" y="2236351"/>
              <a:ext cx="68169" cy="58767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6" name="이등변 삼각형 25">
              <a:extLst>
                <a:ext uri="{FF2B5EF4-FFF2-40B4-BE49-F238E27FC236}">
                  <a16:creationId xmlns:a16="http://schemas.microsoft.com/office/drawing/2014/main" id="{DF797E52-D6B4-FAF9-F44A-0D185D43D6EF}"/>
                </a:ext>
              </a:extLst>
            </p:cNvPr>
            <p:cNvSpPr/>
            <p:nvPr/>
          </p:nvSpPr>
          <p:spPr>
            <a:xfrm rot="10800000">
              <a:off x="8714720" y="1683574"/>
              <a:ext cx="68169" cy="50123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83BD752C-5637-B1BD-9472-AC28CB8D5B6A}"/>
                </a:ext>
              </a:extLst>
            </p:cNvPr>
            <p:cNvCxnSpPr>
              <a:cxnSpLocks/>
            </p:cNvCxnSpPr>
            <p:nvPr/>
          </p:nvCxnSpPr>
          <p:spPr>
            <a:xfrm>
              <a:off x="8747964" y="1733697"/>
              <a:ext cx="841" cy="50400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8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</p:grpSp>
    </p:spTree>
    <p:extLst>
      <p:ext uri="{BB962C8B-B14F-4D97-AF65-F5344CB8AC3E}">
        <p14:creationId xmlns:p14="http://schemas.microsoft.com/office/powerpoint/2010/main" val="36617628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시나리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2026-06-30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B9C1C56E-68F8-A992-19BB-C3412AB35A80}"/>
              </a:ext>
            </a:extLst>
          </p:cNvPr>
          <p:cNvSpPr/>
          <p:nvPr userDrawn="1"/>
        </p:nvSpPr>
        <p:spPr>
          <a:xfrm>
            <a:off x="109528" y="151352"/>
            <a:ext cx="11972945" cy="6706648"/>
          </a:xfrm>
          <a:custGeom>
            <a:avLst/>
            <a:gdLst>
              <a:gd name="connsiteX0" fmla="*/ 286460 w 11972945"/>
              <a:gd name="connsiteY0" fmla="*/ 0 h 6706648"/>
              <a:gd name="connsiteX1" fmla="*/ 11686485 w 11972945"/>
              <a:gd name="connsiteY1" fmla="*/ 0 h 6706648"/>
              <a:gd name="connsiteX2" fmla="*/ 11972945 w 11972945"/>
              <a:gd name="connsiteY2" fmla="*/ 286460 h 6706648"/>
              <a:gd name="connsiteX3" fmla="*/ 11972945 w 11972945"/>
              <a:gd name="connsiteY3" fmla="*/ 6706648 h 6706648"/>
              <a:gd name="connsiteX4" fmla="*/ 11734820 w 11972945"/>
              <a:gd name="connsiteY4" fmla="*/ 6706648 h 6706648"/>
              <a:gd name="connsiteX5" fmla="*/ 11734820 w 11972945"/>
              <a:gd name="connsiteY5" fmla="*/ 410600 h 6706648"/>
              <a:gd name="connsiteX6" fmla="*/ 11593530 w 11972945"/>
              <a:gd name="connsiteY6" fmla="*/ 269310 h 6706648"/>
              <a:gd name="connsiteX7" fmla="*/ 379414 w 11972945"/>
              <a:gd name="connsiteY7" fmla="*/ 269310 h 6706648"/>
              <a:gd name="connsiteX8" fmla="*/ 238124 w 11972945"/>
              <a:gd name="connsiteY8" fmla="*/ 410600 h 6706648"/>
              <a:gd name="connsiteX9" fmla="*/ 238124 w 11972945"/>
              <a:gd name="connsiteY9" fmla="*/ 6706648 h 6706648"/>
              <a:gd name="connsiteX10" fmla="*/ 0 w 11972945"/>
              <a:gd name="connsiteY10" fmla="*/ 6706648 h 6706648"/>
              <a:gd name="connsiteX11" fmla="*/ 0 w 11972945"/>
              <a:gd name="connsiteY11" fmla="*/ 286460 h 6706648"/>
              <a:gd name="connsiteX12" fmla="*/ 286460 w 11972945"/>
              <a:gd name="connsiteY12" fmla="*/ 0 h 6706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72945" h="6706648">
                <a:moveTo>
                  <a:pt x="286460" y="0"/>
                </a:moveTo>
                <a:lnTo>
                  <a:pt x="11686485" y="0"/>
                </a:lnTo>
                <a:cubicBezTo>
                  <a:pt x="11844692" y="0"/>
                  <a:pt x="11972945" y="128253"/>
                  <a:pt x="11972945" y="286460"/>
                </a:cubicBezTo>
                <a:lnTo>
                  <a:pt x="11972945" y="6706648"/>
                </a:lnTo>
                <a:lnTo>
                  <a:pt x="11734820" y="6706648"/>
                </a:lnTo>
                <a:lnTo>
                  <a:pt x="11734820" y="410600"/>
                </a:lnTo>
                <a:cubicBezTo>
                  <a:pt x="11734820" y="332568"/>
                  <a:pt x="11671562" y="269310"/>
                  <a:pt x="11593530" y="269310"/>
                </a:cubicBezTo>
                <a:lnTo>
                  <a:pt x="379414" y="269310"/>
                </a:lnTo>
                <a:cubicBezTo>
                  <a:pt x="301382" y="269310"/>
                  <a:pt x="238124" y="332568"/>
                  <a:pt x="238124" y="410600"/>
                </a:cubicBezTo>
                <a:lnTo>
                  <a:pt x="238124" y="6706648"/>
                </a:lnTo>
                <a:lnTo>
                  <a:pt x="0" y="6706648"/>
                </a:lnTo>
                <a:lnTo>
                  <a:pt x="0" y="286460"/>
                </a:lnTo>
                <a:cubicBezTo>
                  <a:pt x="0" y="128253"/>
                  <a:pt x="128253" y="0"/>
                  <a:pt x="28646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44450">
            <a:solidFill>
              <a:schemeClr val="bg1">
                <a:lumMod val="65000"/>
              </a:schemeClr>
            </a:solidFill>
          </a:ln>
          <a:scene3d>
            <a:camera prst="orthographicFront"/>
            <a:lightRig rig="balanced" dir="t"/>
          </a:scene3d>
          <a:sp3d prstMaterial="clear">
            <a:bevelT w="127000" h="165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사각형: 둥근 모서리 3">
            <a:extLst>
              <a:ext uri="{FF2B5EF4-FFF2-40B4-BE49-F238E27FC236}">
                <a16:creationId xmlns:a16="http://schemas.microsoft.com/office/drawing/2014/main" id="{919C9A8A-338A-724D-194A-F50300BE44AC}"/>
              </a:ext>
            </a:extLst>
          </p:cNvPr>
          <p:cNvSpPr/>
          <p:nvPr userDrawn="1"/>
        </p:nvSpPr>
        <p:spPr>
          <a:xfrm>
            <a:off x="461962" y="549142"/>
            <a:ext cx="11268076" cy="461982"/>
          </a:xfrm>
          <a:prstGeom prst="roundRect">
            <a:avLst>
              <a:gd name="adj" fmla="val 25278"/>
            </a:avLst>
          </a:prstGeom>
          <a:solidFill>
            <a:srgbClr val="373E54"/>
          </a:solidFill>
          <a:ln w="9525">
            <a:solidFill>
              <a:srgbClr val="171C2D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ko-KR" altLang="en-US" sz="2000" b="1" dirty="0">
              <a:solidFill>
                <a:schemeClr val="bg1"/>
              </a:solidFill>
              <a:latin typeface="Arial Black" panose="020B0A04020102020204" pitchFamily="34" charset="0"/>
              <a:ea typeface="Noto Sans KR Black"/>
            </a:endParaRPr>
          </a:p>
        </p:txBody>
      </p:sp>
      <p:sp>
        <p:nvSpPr>
          <p:cNvPr id="12" name="직사각형 82">
            <a:extLst>
              <a:ext uri="{FF2B5EF4-FFF2-40B4-BE49-F238E27FC236}">
                <a16:creationId xmlns:a16="http://schemas.microsoft.com/office/drawing/2014/main" id="{0350D91F-0E8D-CEC0-5488-02AA0E01F7C8}"/>
              </a:ext>
            </a:extLst>
          </p:cNvPr>
          <p:cNvSpPr/>
          <p:nvPr userDrawn="1"/>
        </p:nvSpPr>
        <p:spPr>
          <a:xfrm>
            <a:off x="2778633" y="4248060"/>
            <a:ext cx="6287473" cy="10025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endParaRPr lang="ko-KR" altLang="en-US" sz="2400" b="1" dirty="0">
              <a:solidFill>
                <a:schemeClr val="tx1"/>
              </a:solidFill>
              <a:ea typeface="Noto Sans KR Black"/>
            </a:endParaRPr>
          </a:p>
        </p:txBody>
      </p:sp>
      <p:sp>
        <p:nvSpPr>
          <p:cNvPr id="15" name="그림 개체 틀 14"/>
          <p:cNvSpPr>
            <a:spLocks noGrp="1"/>
          </p:cNvSpPr>
          <p:nvPr>
            <p:ph type="pic" sz="quarter" idx="13"/>
          </p:nvPr>
        </p:nvSpPr>
        <p:spPr>
          <a:xfrm>
            <a:off x="3824287" y="1560484"/>
            <a:ext cx="4572000" cy="2082800"/>
          </a:xfrm>
        </p:spPr>
        <p:txBody>
          <a:bodyPr/>
          <a:lstStyle/>
          <a:p>
            <a:endParaRPr lang="ko-KR" altLang="en-US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8076A9BE-CF3F-4D54-E5AC-275A8024A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708" y="565271"/>
            <a:ext cx="471742" cy="471742"/>
          </a:xfrm>
          <a:prstGeom prst="rect">
            <a:avLst/>
          </a:prstGeom>
        </p:spPr>
      </p:pic>
      <p:grpSp>
        <p:nvGrpSpPr>
          <p:cNvPr id="20" name="그룹 19">
            <a:extLst>
              <a:ext uri="{FF2B5EF4-FFF2-40B4-BE49-F238E27FC236}">
                <a16:creationId xmlns:a16="http://schemas.microsoft.com/office/drawing/2014/main" id="{4D959705-8683-F281-D4C8-338F0C031701}"/>
              </a:ext>
            </a:extLst>
          </p:cNvPr>
          <p:cNvGrpSpPr/>
          <p:nvPr userDrawn="1"/>
        </p:nvGrpSpPr>
        <p:grpSpPr>
          <a:xfrm>
            <a:off x="11661869" y="473130"/>
            <a:ext cx="68169" cy="611544"/>
            <a:chOff x="8714720" y="1683574"/>
            <a:chExt cx="68169" cy="611544"/>
          </a:xfrm>
        </p:grpSpPr>
        <p:sp>
          <p:nvSpPr>
            <p:cNvPr id="21" name="이등변 삼각형 20">
              <a:extLst>
                <a:ext uri="{FF2B5EF4-FFF2-40B4-BE49-F238E27FC236}">
                  <a16:creationId xmlns:a16="http://schemas.microsoft.com/office/drawing/2014/main" id="{3338A818-0164-F6A2-6D15-75823FA7EEA2}"/>
                </a:ext>
              </a:extLst>
            </p:cNvPr>
            <p:cNvSpPr/>
            <p:nvPr/>
          </p:nvSpPr>
          <p:spPr>
            <a:xfrm>
              <a:off x="8714720" y="2236351"/>
              <a:ext cx="68169" cy="58767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DF797E52-D6B4-FAF9-F44A-0D185D43D6EF}"/>
                </a:ext>
              </a:extLst>
            </p:cNvPr>
            <p:cNvSpPr/>
            <p:nvPr/>
          </p:nvSpPr>
          <p:spPr>
            <a:xfrm rot="10800000">
              <a:off x="8714720" y="1683574"/>
              <a:ext cx="68169" cy="50123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83BD752C-5637-B1BD-9472-AC28CB8D5B6A}"/>
                </a:ext>
              </a:extLst>
            </p:cNvPr>
            <p:cNvCxnSpPr>
              <a:cxnSpLocks/>
            </p:cNvCxnSpPr>
            <p:nvPr/>
          </p:nvCxnSpPr>
          <p:spPr>
            <a:xfrm>
              <a:off x="8747964" y="1733697"/>
              <a:ext cx="841" cy="50400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8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</p:grpSp>
      <p:sp>
        <p:nvSpPr>
          <p:cNvPr id="25" name="텍스트 개체 틀 12"/>
          <p:cNvSpPr>
            <a:spLocks noGrp="1"/>
          </p:cNvSpPr>
          <p:nvPr>
            <p:ph type="body" sz="quarter" idx="14" hasCustomPrompt="1"/>
          </p:nvPr>
        </p:nvSpPr>
        <p:spPr>
          <a:xfrm>
            <a:off x="4593367" y="625826"/>
            <a:ext cx="3005267" cy="444672"/>
          </a:xfrm>
        </p:spPr>
        <p:txBody>
          <a:bodyPr>
            <a:normAutofit/>
          </a:bodyPr>
          <a:lstStyle>
            <a:lvl1pPr marL="0" indent="0" algn="ctr">
              <a:buNone/>
              <a:defRPr sz="2200" b="1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ko-KR" altLang="en-US" dirty="0" err="1"/>
              <a:t>제목입력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866330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bg>
      <p:bgPr>
        <a:pattFill prst="lgGrid">
          <a:fgClr>
            <a:srgbClr val="1B2335"/>
          </a:fgClr>
          <a:bgClr>
            <a:srgbClr val="171C2D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2D08B3-A9A6-4CA5-94A5-60BE4193B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2026-06-30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5B2C64-F6D0-4564-A934-9F517F7C4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881C62-2657-4643-9CC9-89D68799A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사각형: 둥근 모서리 4">
            <a:extLst>
              <a:ext uri="{FF2B5EF4-FFF2-40B4-BE49-F238E27FC236}">
                <a16:creationId xmlns:a16="http://schemas.microsoft.com/office/drawing/2014/main" id="{45865B3B-0892-7180-2B8C-312DD62A3672}"/>
              </a:ext>
            </a:extLst>
          </p:cNvPr>
          <p:cNvSpPr/>
          <p:nvPr userDrawn="1"/>
        </p:nvSpPr>
        <p:spPr>
          <a:xfrm>
            <a:off x="2652325" y="1967252"/>
            <a:ext cx="6908166" cy="2458244"/>
          </a:xfrm>
          <a:prstGeom prst="roundRect">
            <a:avLst>
              <a:gd name="adj" fmla="val 12534"/>
            </a:avLst>
          </a:prstGeom>
          <a:noFill/>
          <a:ln w="403225">
            <a:solidFill>
              <a:schemeClr val="bg1"/>
            </a:solidFill>
          </a:ln>
          <a:scene3d>
            <a:camera prst="orthographicFront"/>
            <a:lightRig rig="balanced" dir="t"/>
          </a:scene3d>
          <a:sp3d prstMaterial="clear">
            <a:bevelT w="127000" h="165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CE2ED8A-CDE1-509F-1DE6-40213612D46C}"/>
              </a:ext>
            </a:extLst>
          </p:cNvPr>
          <p:cNvCxnSpPr/>
          <p:nvPr userDrawn="1"/>
        </p:nvCxnSpPr>
        <p:spPr>
          <a:xfrm>
            <a:off x="4140200" y="4424529"/>
            <a:ext cx="288000" cy="0"/>
          </a:xfrm>
          <a:prstGeom prst="line">
            <a:avLst/>
          </a:prstGeom>
          <a:ln w="238125" cap="rnd">
            <a:solidFill>
              <a:schemeClr val="bg1">
                <a:lumMod val="95000"/>
              </a:schemeClr>
            </a:solidFill>
          </a:ln>
          <a:scene3d>
            <a:camera prst="orthographicFront"/>
            <a:lightRig rig="threePt" dir="t">
              <a:rot lat="0" lon="0" rev="7800000"/>
            </a:lightRig>
          </a:scene3d>
          <a:sp3d prstMaterial="matte">
            <a:bevelT w="400050" h="13335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E2B161A-5389-E658-BDF9-F28F1E2F1839}"/>
              </a:ext>
            </a:extLst>
          </p:cNvPr>
          <p:cNvSpPr txBox="1"/>
          <p:nvPr userDrawn="1"/>
        </p:nvSpPr>
        <p:spPr>
          <a:xfrm>
            <a:off x="3048000" y="287517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3600" dirty="0">
                <a:solidFill>
                  <a:schemeClr val="bg1"/>
                </a:solidFill>
                <a:latin typeface="Arial Black" panose="020B0A04020102020204" pitchFamily="34" charset="0"/>
                <a:ea typeface="Noto Sans KR Black" panose="020B0200000000000000" pitchFamily="50" charset="-127"/>
              </a:rPr>
              <a:t>감사합니다</a:t>
            </a:r>
            <a:r>
              <a:rPr lang="en-US" altLang="ko-KR" sz="3600" dirty="0">
                <a:solidFill>
                  <a:schemeClr val="bg1"/>
                </a:solidFill>
                <a:latin typeface="Arial Black" panose="020B0A04020102020204" pitchFamily="34" charset="0"/>
                <a:ea typeface="Noto Sans KR Black" panose="020B0200000000000000" pitchFamily="50" charset="-127"/>
              </a:rPr>
              <a:t>.</a:t>
            </a:r>
            <a:endParaRPr lang="ko-KR" altLang="en-US" sz="1000" dirty="0">
              <a:solidFill>
                <a:schemeClr val="bg1"/>
              </a:solidFill>
              <a:latin typeface="Arial Black" panose="020B0A04020102020204" pitchFamily="34" charset="0"/>
              <a:ea typeface="Noto Sans KR" panose="020B0200000000000000" pitchFamily="50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42727DB4-663F-81B7-B065-5C863B08FA3B}"/>
              </a:ext>
            </a:extLst>
          </p:cNvPr>
          <p:cNvGrpSpPr/>
          <p:nvPr userDrawn="1"/>
        </p:nvGrpSpPr>
        <p:grpSpPr>
          <a:xfrm>
            <a:off x="9395072" y="1985697"/>
            <a:ext cx="219074" cy="219074"/>
            <a:chOff x="9523433" y="2485729"/>
            <a:chExt cx="219074" cy="219074"/>
          </a:xfrm>
        </p:grpSpPr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51DCBA42-CCCE-5BE9-0AA3-5D13BC8F5450}"/>
                </a:ext>
              </a:extLst>
            </p:cNvPr>
            <p:cNvSpPr/>
            <p:nvPr/>
          </p:nvSpPr>
          <p:spPr>
            <a:xfrm>
              <a:off x="9523433" y="2485729"/>
              <a:ext cx="219074" cy="2190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scene3d>
              <a:camera prst="orthographicFront"/>
              <a:lightRig rig="soft" dir="t">
                <a:rot lat="0" lon="0" rev="9000000"/>
              </a:lightRig>
            </a:scene3d>
            <a:sp3d prstMaterial="clear">
              <a:bevelT w="44450" h="171450" prst="slop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E2F61FCB-0DE4-E486-C9B0-E6E7C899B138}"/>
                </a:ext>
              </a:extLst>
            </p:cNvPr>
            <p:cNvSpPr/>
            <p:nvPr/>
          </p:nvSpPr>
          <p:spPr>
            <a:xfrm>
              <a:off x="9589395" y="2551691"/>
              <a:ext cx="87150" cy="8715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scene3d>
              <a:camera prst="orthographicFront"/>
              <a:lightRig rig="twoPt" dir="t"/>
            </a:scene3d>
            <a:sp3d prstMaterial="clear">
              <a:bevelT w="44450" h="17145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ED928685-8A60-33DB-C70C-60BEFF115331}"/>
              </a:ext>
            </a:extLst>
          </p:cNvPr>
          <p:cNvGrpSpPr/>
          <p:nvPr userDrawn="1"/>
        </p:nvGrpSpPr>
        <p:grpSpPr>
          <a:xfrm>
            <a:off x="9395072" y="4138347"/>
            <a:ext cx="219074" cy="219074"/>
            <a:chOff x="9523433" y="2485729"/>
            <a:chExt cx="219074" cy="219074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AF52842A-106C-0EC2-9E5F-361845B03D72}"/>
                </a:ext>
              </a:extLst>
            </p:cNvPr>
            <p:cNvSpPr/>
            <p:nvPr/>
          </p:nvSpPr>
          <p:spPr>
            <a:xfrm>
              <a:off x="9523433" y="2485729"/>
              <a:ext cx="219074" cy="2190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scene3d>
              <a:camera prst="orthographicFront"/>
              <a:lightRig rig="soft" dir="t">
                <a:rot lat="0" lon="0" rev="9000000"/>
              </a:lightRig>
            </a:scene3d>
            <a:sp3d prstMaterial="clear">
              <a:bevelT w="44450" h="171450" prst="slop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028CE78C-B5E2-5AE8-DBD4-6654609B29B4}"/>
                </a:ext>
              </a:extLst>
            </p:cNvPr>
            <p:cNvSpPr/>
            <p:nvPr/>
          </p:nvSpPr>
          <p:spPr>
            <a:xfrm>
              <a:off x="9589395" y="2551691"/>
              <a:ext cx="87150" cy="8715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scene3d>
              <a:camera prst="orthographicFront"/>
              <a:lightRig rig="twoPt" dir="t"/>
            </a:scene3d>
            <a:sp3d prstMaterial="clear">
              <a:bevelT w="44450" h="17145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03924A38-D98A-4694-B001-D89C6FF0A186}"/>
              </a:ext>
            </a:extLst>
          </p:cNvPr>
          <p:cNvGrpSpPr/>
          <p:nvPr userDrawn="1"/>
        </p:nvGrpSpPr>
        <p:grpSpPr>
          <a:xfrm>
            <a:off x="2594269" y="1985697"/>
            <a:ext cx="219074" cy="219074"/>
            <a:chOff x="9523433" y="2485729"/>
            <a:chExt cx="219074" cy="21907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1EB0D459-352D-5BB6-024E-914018E16870}"/>
                </a:ext>
              </a:extLst>
            </p:cNvPr>
            <p:cNvSpPr/>
            <p:nvPr/>
          </p:nvSpPr>
          <p:spPr>
            <a:xfrm>
              <a:off x="9523433" y="2485729"/>
              <a:ext cx="219074" cy="2190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scene3d>
              <a:camera prst="orthographicFront"/>
              <a:lightRig rig="soft" dir="t">
                <a:rot lat="0" lon="0" rev="9000000"/>
              </a:lightRig>
            </a:scene3d>
            <a:sp3d prstMaterial="clear">
              <a:bevelT w="44450" h="171450" prst="slop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1FB6E7CB-211F-3F21-ABE4-60E1D1AFBCFC}"/>
                </a:ext>
              </a:extLst>
            </p:cNvPr>
            <p:cNvSpPr/>
            <p:nvPr/>
          </p:nvSpPr>
          <p:spPr>
            <a:xfrm>
              <a:off x="9589395" y="2551691"/>
              <a:ext cx="87150" cy="8715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scene3d>
              <a:camera prst="orthographicFront"/>
              <a:lightRig rig="twoPt" dir="t"/>
            </a:scene3d>
            <a:sp3d prstMaterial="clear">
              <a:bevelT w="44450" h="17145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01847692-026E-8978-361A-A60730C74BFE}"/>
              </a:ext>
            </a:extLst>
          </p:cNvPr>
          <p:cNvGrpSpPr/>
          <p:nvPr userDrawn="1"/>
        </p:nvGrpSpPr>
        <p:grpSpPr>
          <a:xfrm>
            <a:off x="2594269" y="4138347"/>
            <a:ext cx="219074" cy="219074"/>
            <a:chOff x="9523433" y="2485729"/>
            <a:chExt cx="219074" cy="219074"/>
          </a:xfrm>
        </p:grpSpPr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A9E7154D-EEA2-30DA-B49B-2FBE1C40DB93}"/>
                </a:ext>
              </a:extLst>
            </p:cNvPr>
            <p:cNvSpPr/>
            <p:nvPr/>
          </p:nvSpPr>
          <p:spPr>
            <a:xfrm>
              <a:off x="9523433" y="2485729"/>
              <a:ext cx="219074" cy="2190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scene3d>
              <a:camera prst="orthographicFront"/>
              <a:lightRig rig="soft" dir="t">
                <a:rot lat="0" lon="0" rev="9000000"/>
              </a:lightRig>
            </a:scene3d>
            <a:sp3d prstMaterial="clear">
              <a:bevelT w="44450" h="171450" prst="slop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3484DC83-B2F6-CA2E-3C92-469367376788}"/>
                </a:ext>
              </a:extLst>
            </p:cNvPr>
            <p:cNvSpPr/>
            <p:nvPr/>
          </p:nvSpPr>
          <p:spPr>
            <a:xfrm>
              <a:off x="9589395" y="2551691"/>
              <a:ext cx="87150" cy="8715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scene3d>
              <a:camera prst="orthographicFront"/>
              <a:lightRig rig="twoPt" dir="t"/>
            </a:scene3d>
            <a:sp3d prstMaterial="clear">
              <a:bevelT w="44450" h="17145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pic>
        <p:nvPicPr>
          <p:cNvPr id="22" name="그림 21">
            <a:extLst>
              <a:ext uri="{FF2B5EF4-FFF2-40B4-BE49-F238E27FC236}">
                <a16:creationId xmlns:a16="http://schemas.microsoft.com/office/drawing/2014/main" id="{8076A9BE-CF3F-4D54-E5AC-275A8024A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7186" y="584986"/>
            <a:ext cx="1148711" cy="114871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4CA1078-A1FE-7CCB-7523-9A0FAEA89BBE}"/>
              </a:ext>
            </a:extLst>
          </p:cNvPr>
          <p:cNvSpPr txBox="1"/>
          <p:nvPr userDrawn="1"/>
        </p:nvSpPr>
        <p:spPr>
          <a:xfrm>
            <a:off x="4656043" y="5237153"/>
            <a:ext cx="29007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 err="1">
                <a:solidFill>
                  <a:schemeClr val="bg1"/>
                </a:solidFill>
                <a:latin typeface="Arial Black" panose="020B0A04020102020204" pitchFamily="34" charset="0"/>
                <a:ea typeface="Noto Sans KR" panose="020B0200000000000000" pitchFamily="50" charset="-127"/>
              </a:rPr>
              <a:t>서서울</a:t>
            </a:r>
            <a:r>
              <a:rPr lang="ko-KR" altLang="en-US" sz="1100" dirty="0">
                <a:solidFill>
                  <a:schemeClr val="bg1"/>
                </a:solidFill>
                <a:latin typeface="Arial Black" panose="020B0A04020102020204" pitchFamily="34" charset="0"/>
                <a:ea typeface="Noto Sans KR" panose="020B0200000000000000" pitchFamily="50" charset="-127"/>
              </a:rPr>
              <a:t> </a:t>
            </a:r>
            <a:r>
              <a:rPr lang="en-US" altLang="ko-KR" sz="1100" dirty="0">
                <a:solidFill>
                  <a:schemeClr val="bg1"/>
                </a:solidFill>
                <a:latin typeface="Arial Black" panose="020B0A04020102020204" pitchFamily="34" charset="0"/>
                <a:ea typeface="Noto Sans KR" panose="020B0200000000000000" pitchFamily="50" charset="-127"/>
              </a:rPr>
              <a:t>| </a:t>
            </a:r>
            <a:r>
              <a:rPr lang="ko-KR" altLang="en-US" sz="1100" dirty="0" err="1">
                <a:solidFill>
                  <a:schemeClr val="bg1"/>
                </a:solidFill>
                <a:latin typeface="Arial Black" panose="020B0A04020102020204" pitchFamily="34" charset="0"/>
                <a:ea typeface="Noto Sans KR" panose="020B0200000000000000" pitchFamily="50" charset="-127"/>
              </a:rPr>
              <a:t>윤철민</a:t>
            </a:r>
            <a:r>
              <a:rPr lang="en-US" altLang="ko-KR" sz="1100" dirty="0">
                <a:solidFill>
                  <a:schemeClr val="bg1"/>
                </a:solidFill>
                <a:latin typeface="Arial Black" panose="020B0A04020102020204" pitchFamily="34" charset="0"/>
                <a:ea typeface="Noto Sans KR" panose="020B0200000000000000" pitchFamily="50" charset="-127"/>
              </a:rPr>
              <a:t> | </a:t>
            </a:r>
            <a:r>
              <a:rPr lang="ko-KR" altLang="en-US" sz="1100" dirty="0">
                <a:solidFill>
                  <a:schemeClr val="bg1"/>
                </a:solidFill>
                <a:latin typeface="Arial Black" panose="020B0A04020102020204" pitchFamily="34" charset="0"/>
                <a:ea typeface="Noto Sans KR" panose="020B0200000000000000" pitchFamily="50" charset="-127"/>
              </a:rPr>
              <a:t>오명근</a:t>
            </a:r>
            <a:r>
              <a:rPr lang="en-US" altLang="ko-KR" sz="1100" dirty="0">
                <a:solidFill>
                  <a:schemeClr val="bg1"/>
                </a:solidFill>
                <a:latin typeface="Arial Black" panose="020B0A04020102020204" pitchFamily="34" charset="0"/>
                <a:ea typeface="Noto Sans KR" panose="020B0200000000000000" pitchFamily="50" charset="-127"/>
              </a:rPr>
              <a:t> | </a:t>
            </a:r>
            <a:r>
              <a:rPr lang="ko-KR" altLang="en-US" sz="1100" dirty="0">
                <a:solidFill>
                  <a:schemeClr val="bg1"/>
                </a:solidFill>
                <a:latin typeface="Arial Black" panose="020B0A04020102020204" pitchFamily="34" charset="0"/>
                <a:ea typeface="Noto Sans KR" panose="020B0200000000000000" pitchFamily="50" charset="-127"/>
              </a:rPr>
              <a:t>서정원</a:t>
            </a:r>
            <a:r>
              <a:rPr lang="en-US" altLang="ko-KR" sz="1100" dirty="0">
                <a:solidFill>
                  <a:schemeClr val="bg1"/>
                </a:solidFill>
                <a:latin typeface="Arial Black" panose="020B0A04020102020204" pitchFamily="34" charset="0"/>
                <a:ea typeface="Noto Sans KR" panose="020B0200000000000000" pitchFamily="50" charset="-127"/>
              </a:rPr>
              <a:t> | </a:t>
            </a:r>
            <a:r>
              <a:rPr lang="ko-KR" altLang="en-US" sz="1100" dirty="0">
                <a:solidFill>
                  <a:schemeClr val="bg1"/>
                </a:solidFill>
                <a:latin typeface="Arial Black" panose="020B0A04020102020204" pitchFamily="34" charset="0"/>
                <a:ea typeface="Noto Sans KR" panose="020B0200000000000000" pitchFamily="50" charset="-127"/>
              </a:rPr>
              <a:t>이주환</a:t>
            </a:r>
            <a:endParaRPr lang="en-US" altLang="ko-KR" sz="1100" dirty="0">
              <a:solidFill>
                <a:schemeClr val="bg1"/>
              </a:solidFill>
              <a:latin typeface="Arial Black" panose="020B0A04020102020204" pitchFamily="34" charset="0"/>
              <a:ea typeface="Noto Sans KR" panose="020B0200000000000000" pitchFamily="50" charset="-127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B2F8C9AF-29B0-B963-C1CF-75D87AF23D61}"/>
              </a:ext>
            </a:extLst>
          </p:cNvPr>
          <p:cNvGrpSpPr/>
          <p:nvPr userDrawn="1"/>
        </p:nvGrpSpPr>
        <p:grpSpPr>
          <a:xfrm>
            <a:off x="8714720" y="4119723"/>
            <a:ext cx="68169" cy="611544"/>
            <a:chOff x="8714720" y="1683574"/>
            <a:chExt cx="68169" cy="611544"/>
          </a:xfrm>
        </p:grpSpPr>
        <p:sp>
          <p:nvSpPr>
            <p:cNvPr id="25" name="이등변 삼각형 24">
              <a:extLst>
                <a:ext uri="{FF2B5EF4-FFF2-40B4-BE49-F238E27FC236}">
                  <a16:creationId xmlns:a16="http://schemas.microsoft.com/office/drawing/2014/main" id="{A2181EFF-3B98-6F00-3A34-5B134664086D}"/>
                </a:ext>
              </a:extLst>
            </p:cNvPr>
            <p:cNvSpPr/>
            <p:nvPr/>
          </p:nvSpPr>
          <p:spPr>
            <a:xfrm>
              <a:off x="8714720" y="2236351"/>
              <a:ext cx="68169" cy="58767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6" name="이등변 삼각형 25">
              <a:extLst>
                <a:ext uri="{FF2B5EF4-FFF2-40B4-BE49-F238E27FC236}">
                  <a16:creationId xmlns:a16="http://schemas.microsoft.com/office/drawing/2014/main" id="{D9A187FC-FFAE-F9B1-079D-C7A5609E6F64}"/>
                </a:ext>
              </a:extLst>
            </p:cNvPr>
            <p:cNvSpPr/>
            <p:nvPr/>
          </p:nvSpPr>
          <p:spPr>
            <a:xfrm rot="10800000">
              <a:off x="8714720" y="1683574"/>
              <a:ext cx="68169" cy="50123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33691276-8BAF-1D94-CC9E-E8A7720F7890}"/>
                </a:ext>
              </a:extLst>
            </p:cNvPr>
            <p:cNvCxnSpPr>
              <a:cxnSpLocks/>
            </p:cNvCxnSpPr>
            <p:nvPr/>
          </p:nvCxnSpPr>
          <p:spPr>
            <a:xfrm>
              <a:off x="8747964" y="1733697"/>
              <a:ext cx="841" cy="50400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8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</p:grpSp>
    </p:spTree>
    <p:extLst>
      <p:ext uri="{BB962C8B-B14F-4D97-AF65-F5344CB8AC3E}">
        <p14:creationId xmlns:p14="http://schemas.microsoft.com/office/powerpoint/2010/main" val="4065536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718C337-9B27-40D3-A9B2-4005EE7EA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69189F-28A1-4057-8CE9-3B76810BF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F256D8-7BB6-49E2-954E-EF9E05DBF8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2026-06-30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38B22D-A8A6-4CDF-89EF-E670765EC8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BBC4C3-52FC-436A-A3AE-F6A5F52B66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2637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6" r:id="rId3"/>
    <p:sldLayoutId id="2147483673" r:id="rId4"/>
    <p:sldLayoutId id="2147483680" r:id="rId5"/>
    <p:sldLayoutId id="2147483683" r:id="rId6"/>
    <p:sldLayoutId id="2147483681" r:id="rId7"/>
    <p:sldLayoutId id="2147483684" r:id="rId8"/>
    <p:sldLayoutId id="2147483686" r:id="rId9"/>
    <p:sldLayoutId id="2147483687" r:id="rId10"/>
    <p:sldLayoutId id="2147483682" r:id="rId11"/>
    <p:sldLayoutId id="2147483685" r:id="rId12"/>
    <p:sldLayoutId id="2147483688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18" Type="http://schemas.openxmlformats.org/officeDocument/2006/relationships/image" Target="../media/image34.png"/><Relationship Id="rId3" Type="http://schemas.openxmlformats.org/officeDocument/2006/relationships/image" Target="../media/image19.png"/><Relationship Id="rId21" Type="http://schemas.openxmlformats.org/officeDocument/2006/relationships/image" Target="../media/image37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17" Type="http://schemas.openxmlformats.org/officeDocument/2006/relationships/image" Target="../media/image33.png"/><Relationship Id="rId2" Type="http://schemas.openxmlformats.org/officeDocument/2006/relationships/image" Target="../media/image18.png"/><Relationship Id="rId16" Type="http://schemas.openxmlformats.org/officeDocument/2006/relationships/image" Target="../media/image32.png"/><Relationship Id="rId20" Type="http://schemas.openxmlformats.org/officeDocument/2006/relationships/image" Target="../media/image3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19" Type="http://schemas.openxmlformats.org/officeDocument/2006/relationships/image" Target="../media/image35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2476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7743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5825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추진 배경</a:t>
            </a:r>
          </a:p>
        </p:txBody>
      </p:sp>
      <p:grpSp>
        <p:nvGrpSpPr>
          <p:cNvPr id="4" name="그룹 3"/>
          <p:cNvGrpSpPr/>
          <p:nvPr/>
        </p:nvGrpSpPr>
        <p:grpSpPr>
          <a:xfrm>
            <a:off x="1669676" y="1857487"/>
            <a:ext cx="8852539" cy="3849774"/>
            <a:chOff x="1669676" y="1857487"/>
            <a:chExt cx="8852539" cy="3849774"/>
          </a:xfrm>
        </p:grpSpPr>
        <p:grpSp>
          <p:nvGrpSpPr>
            <p:cNvPr id="5" name="Group 33">
              <a:extLst>
                <a:ext uri="{FF2B5EF4-FFF2-40B4-BE49-F238E27FC236}">
                  <a16:creationId xmlns:a16="http://schemas.microsoft.com/office/drawing/2014/main" id="{81EAA2EA-6BDC-05F3-DDA1-9F40F2B23B62}"/>
                </a:ext>
              </a:extLst>
            </p:cNvPr>
            <p:cNvGrpSpPr/>
            <p:nvPr/>
          </p:nvGrpSpPr>
          <p:grpSpPr>
            <a:xfrm>
              <a:off x="1669676" y="4052944"/>
              <a:ext cx="8852539" cy="549865"/>
              <a:chOff x="1672774" y="1808665"/>
              <a:chExt cx="8852539" cy="549865"/>
            </a:xfrm>
          </p:grpSpPr>
          <p:sp>
            <p:nvSpPr>
              <p:cNvPr id="15" name="직사각형 82">
                <a:extLst>
                  <a:ext uri="{FF2B5EF4-FFF2-40B4-BE49-F238E27FC236}">
                    <a16:creationId xmlns:a16="http://schemas.microsoft.com/office/drawing/2014/main" id="{9A36F12C-6160-52CF-167E-60AB62A5343B}"/>
                  </a:ext>
                </a:extLst>
              </p:cNvPr>
              <p:cNvSpPr/>
              <p:nvPr/>
            </p:nvSpPr>
            <p:spPr>
              <a:xfrm>
                <a:off x="1672774" y="1808665"/>
                <a:ext cx="8833448" cy="5498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t"/>
              <a:lstStyle/>
              <a:p>
                <a:pPr algn="ctr">
                  <a:lnSpc>
                    <a:spcPct val="150000"/>
                  </a:lnSpc>
                  <a:defRPr/>
                </a:pPr>
                <a:r>
                  <a:rPr lang="ko-KR" altLang="en-US" b="1">
                    <a:solidFill>
                      <a:schemeClr val="tx1"/>
                    </a:solidFill>
                    <a:ea typeface="Noto Sans KR Black"/>
                  </a:rPr>
                  <a:t>통합 보안 체계 구축을 통안 안전한 운영 환경 마련</a:t>
                </a:r>
                <a:endParaRPr lang="ko-KR" altLang="en-US" b="1" dirty="0">
                  <a:solidFill>
                    <a:schemeClr val="tx1"/>
                  </a:solidFill>
                  <a:ea typeface="Noto Sans KR Black"/>
                </a:endParaRPr>
              </a:p>
            </p:txBody>
          </p:sp>
          <p:cxnSp>
            <p:nvCxnSpPr>
              <p:cNvPr id="16" name="직선 연결선 12">
                <a:extLst>
                  <a:ext uri="{FF2B5EF4-FFF2-40B4-BE49-F238E27FC236}">
                    <a16:creationId xmlns:a16="http://schemas.microsoft.com/office/drawing/2014/main" id="{D06E9309-1DF2-ED19-ACB5-D9F5BD050F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74217" y="2065438"/>
                <a:ext cx="8851096" cy="28153"/>
              </a:xfrm>
              <a:prstGeom prst="line">
                <a:avLst/>
              </a:prstGeom>
              <a:ln w="533400" cap="rnd">
                <a:solidFill>
                  <a:srgbClr val="373E54"/>
                </a:solidFill>
              </a:ln>
              <a:scene3d>
                <a:camera prst="orthographicFront"/>
                <a:lightRig rig="threePt" dir="t">
                  <a:rot lat="0" lon="0" rev="7800000"/>
                </a:lightRig>
              </a:scene3d>
              <a:sp3d prstMaterial="clear">
                <a:bevelT w="285750" h="13335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" name="Group 29">
              <a:extLst>
                <a:ext uri="{FF2B5EF4-FFF2-40B4-BE49-F238E27FC236}">
                  <a16:creationId xmlns:a16="http://schemas.microsoft.com/office/drawing/2014/main" id="{7FFF2C2C-063D-E494-C693-B89BB7A3E121}"/>
                </a:ext>
              </a:extLst>
            </p:cNvPr>
            <p:cNvGrpSpPr/>
            <p:nvPr/>
          </p:nvGrpSpPr>
          <p:grpSpPr>
            <a:xfrm>
              <a:off x="1669676" y="1857487"/>
              <a:ext cx="8852539" cy="549865"/>
              <a:chOff x="1672774" y="1808665"/>
              <a:chExt cx="8852539" cy="549865"/>
            </a:xfrm>
          </p:grpSpPr>
          <p:sp>
            <p:nvSpPr>
              <p:cNvPr id="13" name="직사각형 82">
                <a:extLst>
                  <a:ext uri="{FF2B5EF4-FFF2-40B4-BE49-F238E27FC236}">
                    <a16:creationId xmlns:a16="http://schemas.microsoft.com/office/drawing/2014/main" id="{3A44402D-CD51-B06A-26CB-D092AAEE5E91}"/>
                  </a:ext>
                </a:extLst>
              </p:cNvPr>
              <p:cNvSpPr/>
              <p:nvPr/>
            </p:nvSpPr>
            <p:spPr>
              <a:xfrm>
                <a:off x="1672774" y="1808665"/>
                <a:ext cx="8833448" cy="5498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t"/>
              <a:lstStyle/>
              <a:p>
                <a:pPr algn="ctr">
                  <a:lnSpc>
                    <a:spcPct val="150000"/>
                  </a:lnSpc>
                  <a:defRPr/>
                </a:pPr>
                <a:r>
                  <a:rPr lang="ko-KR" altLang="en-US" b="1">
                    <a:solidFill>
                      <a:schemeClr val="tx1"/>
                    </a:solidFill>
                    <a:ea typeface="Noto Sans KR Black"/>
                  </a:rPr>
                  <a:t>사이버 보안 위협의 지속적 증가 및 대응 필요</a:t>
                </a:r>
              </a:p>
            </p:txBody>
          </p:sp>
          <p:cxnSp>
            <p:nvCxnSpPr>
              <p:cNvPr id="14" name="직선 연결선 12">
                <a:extLst>
                  <a:ext uri="{FF2B5EF4-FFF2-40B4-BE49-F238E27FC236}">
                    <a16:creationId xmlns:a16="http://schemas.microsoft.com/office/drawing/2014/main" id="{45CEBC86-961E-8E48-E253-78D30E3754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74217" y="2065438"/>
                <a:ext cx="8851096" cy="28153"/>
              </a:xfrm>
              <a:prstGeom prst="line">
                <a:avLst/>
              </a:prstGeom>
              <a:ln w="533400" cap="rnd">
                <a:solidFill>
                  <a:srgbClr val="373E54"/>
                </a:solidFill>
              </a:ln>
              <a:scene3d>
                <a:camera prst="orthographicFront"/>
                <a:lightRig rig="threePt" dir="t">
                  <a:rot lat="0" lon="0" rev="7800000"/>
                </a:lightRig>
              </a:scene3d>
              <a:sp3d prstMaterial="clear">
                <a:bevelT w="285750" h="13335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" name="Group 36">
              <a:extLst>
                <a:ext uri="{FF2B5EF4-FFF2-40B4-BE49-F238E27FC236}">
                  <a16:creationId xmlns:a16="http://schemas.microsoft.com/office/drawing/2014/main" id="{4440F048-942B-889D-D594-762B14E67E3F}"/>
                </a:ext>
              </a:extLst>
            </p:cNvPr>
            <p:cNvGrpSpPr/>
            <p:nvPr/>
          </p:nvGrpSpPr>
          <p:grpSpPr>
            <a:xfrm>
              <a:off x="1669676" y="5157396"/>
              <a:ext cx="8852539" cy="549865"/>
              <a:chOff x="1672774" y="1808665"/>
              <a:chExt cx="8852539" cy="549865"/>
            </a:xfrm>
          </p:grpSpPr>
          <p:sp>
            <p:nvSpPr>
              <p:cNvPr id="11" name="직사각형 82">
                <a:extLst>
                  <a:ext uri="{FF2B5EF4-FFF2-40B4-BE49-F238E27FC236}">
                    <a16:creationId xmlns:a16="http://schemas.microsoft.com/office/drawing/2014/main" id="{322158B0-09D7-BB80-F1D9-2F317A4E2A58}"/>
                  </a:ext>
                </a:extLst>
              </p:cNvPr>
              <p:cNvSpPr/>
              <p:nvPr/>
            </p:nvSpPr>
            <p:spPr>
              <a:xfrm>
                <a:off x="1672774" y="1808665"/>
                <a:ext cx="8833448" cy="5498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t"/>
              <a:lstStyle/>
              <a:p>
                <a:pPr algn="ctr">
                  <a:lnSpc>
                    <a:spcPct val="150000"/>
                  </a:lnSpc>
                  <a:defRPr/>
                </a:pPr>
                <a:r>
                  <a:rPr lang="ko-KR" altLang="en-US" b="1">
                    <a:solidFill>
                      <a:schemeClr val="tx1"/>
                    </a:solidFill>
                    <a:ea typeface="Noto Sans KR Black"/>
                  </a:rPr>
                  <a:t>DingDongDog! 플랫폼의 핵심 데이터 보호 및 신뢰성 확보</a:t>
                </a:r>
                <a:endParaRPr lang="ko-KR" altLang="en-US" b="1" dirty="0">
                  <a:solidFill>
                    <a:schemeClr val="tx1"/>
                  </a:solidFill>
                  <a:ea typeface="Noto Sans KR Black"/>
                </a:endParaRPr>
              </a:p>
            </p:txBody>
          </p:sp>
          <p:cxnSp>
            <p:nvCxnSpPr>
              <p:cNvPr id="12" name="직선 연결선 12">
                <a:extLst>
                  <a:ext uri="{FF2B5EF4-FFF2-40B4-BE49-F238E27FC236}">
                    <a16:creationId xmlns:a16="http://schemas.microsoft.com/office/drawing/2014/main" id="{012ECCA5-D824-8AD9-E04A-130441B4F6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74217" y="2065438"/>
                <a:ext cx="8851096" cy="28153"/>
              </a:xfrm>
              <a:prstGeom prst="line">
                <a:avLst/>
              </a:prstGeom>
              <a:ln w="533400" cap="rnd">
                <a:solidFill>
                  <a:srgbClr val="373E54"/>
                </a:solidFill>
              </a:ln>
              <a:scene3d>
                <a:camera prst="orthographicFront"/>
                <a:lightRig rig="threePt" dir="t">
                  <a:rot lat="0" lon="0" rev="7800000"/>
                </a:lightRig>
              </a:scene3d>
              <a:sp3d prstMaterial="clear">
                <a:bevelT w="285750" h="13335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30">
              <a:extLst>
                <a:ext uri="{FF2B5EF4-FFF2-40B4-BE49-F238E27FC236}">
                  <a16:creationId xmlns:a16="http://schemas.microsoft.com/office/drawing/2014/main" id="{E074C434-B628-EF4F-01CA-420A9AAEBEC2}"/>
                </a:ext>
              </a:extLst>
            </p:cNvPr>
            <p:cNvGrpSpPr/>
            <p:nvPr/>
          </p:nvGrpSpPr>
          <p:grpSpPr>
            <a:xfrm>
              <a:off x="1669676" y="2957457"/>
              <a:ext cx="8852539" cy="549865"/>
              <a:chOff x="1672774" y="1808665"/>
              <a:chExt cx="8852539" cy="549865"/>
            </a:xfrm>
          </p:grpSpPr>
          <p:sp>
            <p:nvSpPr>
              <p:cNvPr id="9" name="직사각형 82">
                <a:extLst>
                  <a:ext uri="{FF2B5EF4-FFF2-40B4-BE49-F238E27FC236}">
                    <a16:creationId xmlns:a16="http://schemas.microsoft.com/office/drawing/2014/main" id="{220980E2-17AD-5F24-E29D-FF1FF9AD6876}"/>
                  </a:ext>
                </a:extLst>
              </p:cNvPr>
              <p:cNvSpPr/>
              <p:nvPr/>
            </p:nvSpPr>
            <p:spPr>
              <a:xfrm>
                <a:off x="1672774" y="1808665"/>
                <a:ext cx="8833448" cy="5498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t"/>
              <a:lstStyle/>
              <a:p>
                <a:pPr algn="ctr">
                  <a:lnSpc>
                    <a:spcPct val="150000"/>
                  </a:lnSpc>
                  <a:defRPr/>
                </a:pPr>
                <a:r>
                  <a:rPr lang="ko-KR" altLang="en-US" b="1">
                    <a:solidFill>
                      <a:schemeClr val="tx1"/>
                    </a:solidFill>
                    <a:ea typeface="Noto Sans KR Black"/>
                  </a:rPr>
                  <a:t>보안 관련 법적 규제 준수 및 안정적 인프라 요구</a:t>
                </a:r>
                <a:endParaRPr lang="ko-KR" altLang="en-US" b="1" dirty="0">
                  <a:solidFill>
                    <a:schemeClr val="tx1"/>
                  </a:solidFill>
                  <a:ea typeface="Noto Sans KR Black"/>
                </a:endParaRPr>
              </a:p>
            </p:txBody>
          </p:sp>
          <p:cxnSp>
            <p:nvCxnSpPr>
              <p:cNvPr id="10" name="직선 연결선 12">
                <a:extLst>
                  <a:ext uri="{FF2B5EF4-FFF2-40B4-BE49-F238E27FC236}">
                    <a16:creationId xmlns:a16="http://schemas.microsoft.com/office/drawing/2014/main" id="{3DFF369B-161C-D73C-8B54-3559FB9DBA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74217" y="2065438"/>
                <a:ext cx="8851096" cy="28153"/>
              </a:xfrm>
              <a:prstGeom prst="line">
                <a:avLst/>
              </a:prstGeom>
              <a:ln w="533400" cap="rnd">
                <a:solidFill>
                  <a:srgbClr val="373E54"/>
                </a:solidFill>
              </a:ln>
              <a:scene3d>
                <a:camera prst="orthographicFront"/>
                <a:lightRig rig="threePt" dir="t">
                  <a:rot lat="0" lon="0" rev="7800000"/>
                </a:lightRig>
              </a:scene3d>
              <a:sp3d prstMaterial="clear">
                <a:bevelT w="285750" h="13335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826887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 err="1"/>
              <a:t>고객사</a:t>
            </a:r>
            <a:r>
              <a:rPr lang="ko-KR" altLang="en-US" dirty="0"/>
              <a:t> 설명</a:t>
            </a:r>
            <a:endParaRPr lang="en-US" altLang="ko-KR" dirty="0"/>
          </a:p>
        </p:txBody>
      </p:sp>
      <p:sp>
        <p:nvSpPr>
          <p:cNvPr id="4" name="직사각형 82">
            <a:extLst>
              <a:ext uri="{FF2B5EF4-FFF2-40B4-BE49-F238E27FC236}">
                <a16:creationId xmlns:a16="http://schemas.microsoft.com/office/drawing/2014/main" id="{80965A93-D804-30B8-EFB3-3EC89F03139F}"/>
              </a:ext>
            </a:extLst>
          </p:cNvPr>
          <p:cNvSpPr/>
          <p:nvPr/>
        </p:nvSpPr>
        <p:spPr>
          <a:xfrm>
            <a:off x="1679275" y="1508013"/>
            <a:ext cx="8833448" cy="10025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2400" b="1" dirty="0">
                <a:solidFill>
                  <a:schemeClr val="tx1"/>
                </a:solidFill>
                <a:ea typeface="Noto Sans KR Black"/>
              </a:rPr>
              <a:t>"멍 ! </a:t>
            </a:r>
            <a:r>
              <a:rPr lang="ko-KR" altLang="en-US" sz="2400" b="1" dirty="0" err="1">
                <a:solidFill>
                  <a:schemeClr val="tx1"/>
                </a:solidFill>
                <a:ea typeface="Noto Sans KR Black"/>
              </a:rPr>
              <a:t>매칭으로</a:t>
            </a:r>
            <a:r>
              <a:rPr lang="ko-KR" altLang="en-US" sz="2400" b="1" dirty="0">
                <a:solidFill>
                  <a:schemeClr val="tx1"/>
                </a:solidFill>
                <a:ea typeface="Noto Sans KR Black"/>
              </a:rPr>
              <a:t> 찾는</a:t>
            </a:r>
            <a:endParaRPr lang="en-US" altLang="ko-KR" sz="2400" dirty="0">
              <a:solidFill>
                <a:schemeClr val="tx1"/>
              </a:solidFill>
              <a:ea typeface="맑은 고딕" panose="020B0503020000020004" pitchFamily="34" charset="-127"/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sz="2400" b="1" dirty="0">
                <a:solidFill>
                  <a:schemeClr val="tx1"/>
                </a:solidFill>
                <a:ea typeface="Noto Sans KR Black"/>
              </a:rPr>
              <a:t>나만의 </a:t>
            </a:r>
            <a:r>
              <a:rPr lang="ko-KR" altLang="en-US" sz="2400" b="1" dirty="0" err="1">
                <a:solidFill>
                  <a:schemeClr val="tx1"/>
                </a:solidFill>
                <a:ea typeface="Noto Sans KR Black"/>
              </a:rPr>
              <a:t>반려견</a:t>
            </a:r>
            <a:r>
              <a:rPr lang="ko-KR" altLang="en-US" sz="2400" b="1" dirty="0">
                <a:solidFill>
                  <a:schemeClr val="tx1"/>
                </a:solidFill>
                <a:ea typeface="Noto Sans KR Black"/>
                <a:cs typeface="+mn-lt"/>
              </a:rPr>
              <a:t>,</a:t>
            </a:r>
            <a:r>
              <a:rPr lang="ko-KR" altLang="en-US" sz="2400" b="1" dirty="0">
                <a:solidFill>
                  <a:schemeClr val="tx1"/>
                </a:solidFill>
                <a:ea typeface="Noto Sans KR Black"/>
              </a:rPr>
              <a:t> </a:t>
            </a:r>
            <a:r>
              <a:rPr lang="ko-KR" altLang="en-US" sz="2400" b="1" dirty="0" err="1">
                <a:solidFill>
                  <a:schemeClr val="tx1"/>
                </a:solidFill>
                <a:ea typeface="Noto Sans KR Black"/>
              </a:rPr>
              <a:t>딩동독</a:t>
            </a:r>
            <a:r>
              <a:rPr lang="ko-KR" altLang="en-US" sz="2400" b="1" dirty="0">
                <a:solidFill>
                  <a:schemeClr val="tx1"/>
                </a:solidFill>
                <a:ea typeface="Noto Sans KR Black"/>
              </a:rPr>
              <a:t>!"</a:t>
            </a:r>
            <a:endParaRPr lang="en-US" altLang="ko-KR" sz="24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5" name="직사각형 82">
            <a:extLst>
              <a:ext uri="{FF2B5EF4-FFF2-40B4-BE49-F238E27FC236}">
                <a16:creationId xmlns:a16="http://schemas.microsoft.com/office/drawing/2014/main" id="{8DADF43B-CB22-6573-41A2-4EAF8507CC37}"/>
              </a:ext>
            </a:extLst>
          </p:cNvPr>
          <p:cNvSpPr/>
          <p:nvPr/>
        </p:nvSpPr>
        <p:spPr>
          <a:xfrm>
            <a:off x="977787" y="5356861"/>
            <a:ext cx="10236425" cy="10025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500" b="1" dirty="0">
                <a:solidFill>
                  <a:schemeClr val="tx1"/>
                </a:solidFill>
                <a:ea typeface="Noto Sans KR Black"/>
              </a:rPr>
              <a:t>저희 DingDongDOG!은 단순한 유기견 정보 공유를 넘어,</a:t>
            </a:r>
            <a:br>
              <a:rPr lang="ko-KR" altLang="en-US" sz="1500" b="1" dirty="0">
                <a:ea typeface="Noto Sans KR Black"/>
              </a:rPr>
            </a:br>
            <a:r>
              <a:rPr lang="ko-KR" altLang="en-US" sz="1500" b="1" dirty="0" err="1">
                <a:solidFill>
                  <a:schemeClr val="tx1"/>
                </a:solidFill>
                <a:ea typeface="Noto Sans KR Black"/>
              </a:rPr>
              <a:t>유기견의</a:t>
            </a:r>
            <a:r>
              <a:rPr lang="ko-KR" altLang="en-US" sz="1500" b="1" dirty="0">
                <a:solidFill>
                  <a:schemeClr val="tx1"/>
                </a:solidFill>
                <a:ea typeface="Noto Sans KR Black"/>
              </a:rPr>
              <a:t> 데이터 기반의 </a:t>
            </a:r>
            <a:r>
              <a:rPr lang="ko-KR" altLang="en-US" sz="1500" b="1" dirty="0" err="1">
                <a:solidFill>
                  <a:schemeClr val="tx1"/>
                </a:solidFill>
                <a:ea typeface="Noto Sans KR Black"/>
              </a:rPr>
              <a:t>멍!매칭을</a:t>
            </a:r>
            <a:r>
              <a:rPr lang="ko-KR" altLang="en-US" sz="1500" b="1" dirty="0">
                <a:solidFill>
                  <a:schemeClr val="tx1"/>
                </a:solidFill>
                <a:ea typeface="Noto Sans KR Black"/>
              </a:rPr>
              <a:t> 통해 반려견과 입양 가족을 가장 행복하게 연결하는 입양 플랫폼입니다.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47" b="50283"/>
          <a:stretch/>
        </p:blipFill>
        <p:spPr>
          <a:xfrm>
            <a:off x="1558529" y="3328806"/>
            <a:ext cx="9074940" cy="1700678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6762" y="3001429"/>
            <a:ext cx="1378474" cy="206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611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시나리오</a:t>
            </a:r>
          </a:p>
        </p:txBody>
      </p:sp>
      <p:sp>
        <p:nvSpPr>
          <p:cNvPr id="4" name="Google Shape;203;p6"/>
          <p:cNvSpPr/>
          <p:nvPr/>
        </p:nvSpPr>
        <p:spPr>
          <a:xfrm>
            <a:off x="1813110" y="5138569"/>
            <a:ext cx="8568990" cy="100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dirty="0">
                <a:solidFill>
                  <a:schemeClr val="dk1"/>
                </a:solidFill>
                <a:latin typeface="Noto Sans KR" panose="020B0600000101010101" charset="-127"/>
                <a:ea typeface="Noto Sans KR" panose="020B0600000101010101" charset="-127"/>
                <a:cs typeface="Malgun Gothic"/>
                <a:sym typeface="Malgun Gothic"/>
              </a:rPr>
              <a:t>위협 증가</a:t>
            </a:r>
            <a:br>
              <a:rPr lang="ko-KR" sz="1500" b="1" dirty="0">
                <a:solidFill>
                  <a:schemeClr val="lt1"/>
                </a:solidFill>
                <a:latin typeface="Noto Sans KR" panose="020B0600000101010101" charset="-127"/>
                <a:ea typeface="Noto Sans KR" panose="020B0600000101010101" charset="-127"/>
                <a:cs typeface="Malgun Gothic"/>
                <a:sym typeface="Malgun Gothic"/>
              </a:rPr>
            </a:br>
            <a:r>
              <a:rPr lang="ko-KR" sz="1800" b="1" dirty="0">
                <a:solidFill>
                  <a:schemeClr val="dk1"/>
                </a:solidFill>
                <a:latin typeface="Noto Sans KR" panose="020B0600000101010101" charset="-127"/>
                <a:ea typeface="Noto Sans KR" panose="020B0600000101010101" charset="-127"/>
                <a:cs typeface="Malgun Gothic"/>
                <a:sym typeface="Malgun Gothic"/>
              </a:rPr>
              <a:t>이용자 증가로 인해 회원 및 보호소 정보 등 주요 데이터를 노리는 공격 위험 증대</a:t>
            </a:r>
            <a:endParaRPr dirty="0">
              <a:latin typeface="Noto Sans KR" panose="020B0600000101010101" charset="-127"/>
              <a:ea typeface="Noto Sans KR" panose="020B0600000101010101" charset="-127"/>
            </a:endParaRPr>
          </a:p>
        </p:txBody>
      </p:sp>
      <p:pic>
        <p:nvPicPr>
          <p:cNvPr id="5" name="Google Shape;210;p6" descr="A computer with a magnifying glass and a person in a hoodie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322150" y="3157326"/>
            <a:ext cx="1743635" cy="17794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" name="그룹 5"/>
          <p:cNvGrpSpPr/>
          <p:nvPr/>
        </p:nvGrpSpPr>
        <p:grpSpPr>
          <a:xfrm>
            <a:off x="5423155" y="1880942"/>
            <a:ext cx="1637567" cy="1369080"/>
            <a:chOff x="5284747" y="1500702"/>
            <a:chExt cx="1931841" cy="1615107"/>
          </a:xfrm>
        </p:grpSpPr>
        <p:pic>
          <p:nvPicPr>
            <p:cNvPr id="7" name="Google Shape;204;p6" descr="A computer server with black background&#10;&#10;AI-generated content may be incorrect.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284747" y="1500702"/>
              <a:ext cx="1655448" cy="16151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Google Shape;211;p6" descr="A yellow star on a black background&#10;&#10;AI-generated content may be incorrect.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 rot="2160000">
              <a:off x="6468035" y="1954306"/>
              <a:ext cx="748553" cy="76648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" name="그룹 8"/>
          <p:cNvGrpSpPr/>
          <p:nvPr/>
        </p:nvGrpSpPr>
        <p:grpSpPr>
          <a:xfrm>
            <a:off x="1121633" y="1867414"/>
            <a:ext cx="2202581" cy="3069406"/>
            <a:chOff x="1817038" y="1573627"/>
            <a:chExt cx="2404037" cy="3350145"/>
          </a:xfrm>
        </p:grpSpPr>
        <p:pic>
          <p:nvPicPr>
            <p:cNvPr id="10" name="Google Shape;208;p6" descr="A group of people with different colored faces&#10;&#10;AI-generated content may be incorrect."/>
            <p:cNvPicPr preferRelativeResize="0"/>
            <p:nvPr/>
          </p:nvPicPr>
          <p:blipFill rotWithShape="1">
            <a:blip r:embed="rId5">
              <a:alphaModFix/>
            </a:blip>
            <a:srcRect l="-7304" t="35628" r="-4687" b="-3239"/>
            <a:stretch/>
          </p:blipFill>
          <p:spPr>
            <a:xfrm>
              <a:off x="2208280" y="3950273"/>
              <a:ext cx="1605866" cy="973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209;p6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 rot="1560000">
              <a:off x="2491259" y="2816782"/>
              <a:ext cx="1039906" cy="102645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" name="그룹 11"/>
            <p:cNvGrpSpPr/>
            <p:nvPr/>
          </p:nvGrpSpPr>
          <p:grpSpPr>
            <a:xfrm>
              <a:off x="1817038" y="1573627"/>
              <a:ext cx="2404037" cy="1108607"/>
              <a:chOff x="3179078" y="1946827"/>
              <a:chExt cx="5848350" cy="2696930"/>
            </a:xfrm>
          </p:grpSpPr>
          <p:pic>
            <p:nvPicPr>
              <p:cNvPr id="13" name="그림 12"/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190207" y="1946827"/>
                <a:ext cx="1905000" cy="1904999"/>
              </a:xfrm>
              <a:prstGeom prst="rect">
                <a:avLst/>
              </a:prstGeom>
            </p:spPr>
          </p:pic>
          <p:pic>
            <p:nvPicPr>
              <p:cNvPr id="14" name="그림 13"/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79078" y="3767456"/>
                <a:ext cx="5848350" cy="876301"/>
              </a:xfrm>
              <a:prstGeom prst="rect">
                <a:avLst/>
              </a:prstGeom>
            </p:spPr>
          </p:pic>
        </p:grpSp>
      </p:grpSp>
      <p:cxnSp>
        <p:nvCxnSpPr>
          <p:cNvPr id="15" name="직선 화살표 연결선 14"/>
          <p:cNvCxnSpPr/>
          <p:nvPr/>
        </p:nvCxnSpPr>
        <p:spPr>
          <a:xfrm flipV="1">
            <a:off x="3076026" y="2915801"/>
            <a:ext cx="2256829" cy="1368933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/>
          <p:nvPr/>
        </p:nvCxnSpPr>
        <p:spPr>
          <a:xfrm>
            <a:off x="2834154" y="2226140"/>
            <a:ext cx="2464360" cy="32605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Google Shape;203;p6"/>
          <p:cNvSpPr/>
          <p:nvPr/>
        </p:nvSpPr>
        <p:spPr>
          <a:xfrm>
            <a:off x="3372302" y="2730751"/>
            <a:ext cx="1463038" cy="42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chemeClr val="dk1"/>
                </a:solidFill>
                <a:latin typeface="Noto Sans KR" panose="020B0600000101010101" charset="-127"/>
                <a:ea typeface="Noto Sans KR" panose="020B0600000101010101" charset="-127"/>
                <a:sym typeface="Malgun Gothic"/>
              </a:rPr>
              <a:t>이용자 증가</a:t>
            </a:r>
            <a:endParaRPr sz="1200" dirty="0">
              <a:latin typeface="Noto Sans KR" panose="020B0600000101010101" charset="-127"/>
              <a:ea typeface="Noto Sans KR" panose="020B0600000101010101" charset="-127"/>
            </a:endParaRPr>
          </a:p>
        </p:txBody>
      </p:sp>
      <p:cxnSp>
        <p:nvCxnSpPr>
          <p:cNvPr id="18" name="직선 화살표 연결선 17"/>
          <p:cNvCxnSpPr/>
          <p:nvPr/>
        </p:nvCxnSpPr>
        <p:spPr>
          <a:xfrm flipH="1" flipV="1">
            <a:off x="7191080" y="2590312"/>
            <a:ext cx="2304613" cy="1111995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Google Shape;203;p6"/>
          <p:cNvSpPr/>
          <p:nvPr/>
        </p:nvSpPr>
        <p:spPr>
          <a:xfrm>
            <a:off x="7851503" y="2633852"/>
            <a:ext cx="1463038" cy="42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chemeClr val="dk1"/>
                </a:solidFill>
                <a:latin typeface="Noto Sans KR" panose="020B0600000101010101" charset="-127"/>
                <a:ea typeface="Noto Sans KR" panose="020B0600000101010101" charset="-127"/>
                <a:sym typeface="Malgun Gothic"/>
              </a:rPr>
              <a:t>데이터 공격</a:t>
            </a:r>
            <a:endParaRPr sz="1200" dirty="0">
              <a:latin typeface="Noto Sans KR" panose="020B0600000101010101" charset="-127"/>
              <a:ea typeface="Noto Sans KR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93167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시나리오</a:t>
            </a:r>
          </a:p>
        </p:txBody>
      </p:sp>
      <p:pic>
        <p:nvPicPr>
          <p:cNvPr id="52" name="Google Shape;216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244353" y="1286436"/>
            <a:ext cx="1743636" cy="1743636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223;p7" descr="A yellow folder with papers and a lock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1189" y="2026022"/>
            <a:ext cx="1066800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224;p7"/>
          <p:cNvSpPr/>
          <p:nvPr/>
        </p:nvSpPr>
        <p:spPr>
          <a:xfrm>
            <a:off x="1813110" y="5138569"/>
            <a:ext cx="8568990" cy="100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dirty="0">
                <a:solidFill>
                  <a:schemeClr val="dk1"/>
                </a:solidFill>
                <a:latin typeface="Noto Sans KR" panose="020B0600000101010101" charset="-127"/>
                <a:ea typeface="Noto Sans KR" panose="020B0600000101010101" charset="-127"/>
                <a:cs typeface="Malgun Gothic"/>
                <a:sym typeface="Malgun Gothic"/>
              </a:rPr>
              <a:t>보안 사고</a:t>
            </a:r>
            <a:br>
              <a:rPr lang="ko-KR" sz="1500" b="1" dirty="0">
                <a:solidFill>
                  <a:schemeClr val="lt1"/>
                </a:solidFill>
                <a:latin typeface="Noto Sans KR" panose="020B0600000101010101" charset="-127"/>
                <a:ea typeface="Noto Sans KR" panose="020B0600000101010101" charset="-127"/>
                <a:cs typeface="Malgun Gothic"/>
                <a:sym typeface="Malgun Gothic"/>
              </a:rPr>
            </a:br>
            <a:r>
              <a:rPr lang="ko-KR" sz="1800" b="1" dirty="0" err="1">
                <a:solidFill>
                  <a:schemeClr val="dk1"/>
                </a:solidFill>
                <a:latin typeface="Noto Sans KR" panose="020B0600000101010101" charset="-127"/>
                <a:ea typeface="Noto Sans KR" panose="020B0600000101010101" charset="-127"/>
                <a:cs typeface="Malgun Gothic"/>
                <a:sym typeface="Malgun Gothic"/>
              </a:rPr>
              <a:t>보호소회원</a:t>
            </a:r>
            <a:r>
              <a:rPr lang="ko-KR" sz="1800" b="1" dirty="0">
                <a:solidFill>
                  <a:schemeClr val="dk1"/>
                </a:solidFill>
                <a:latin typeface="Noto Sans KR" panose="020B0600000101010101" charset="-127"/>
                <a:ea typeface="Noto Sans KR" panose="020B0600000101010101" charset="-127"/>
                <a:cs typeface="Malgun Gothic"/>
                <a:sym typeface="Malgun Gothic"/>
              </a:rPr>
              <a:t> 전용 기능 권한 검증 미흡을 악용한 비인가 데이터 변조 공격</a:t>
            </a:r>
            <a:r>
              <a:rPr lang="ko-KR"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  </a:t>
            </a:r>
            <a:endParaRPr dirty="0"/>
          </a:p>
        </p:txBody>
      </p:sp>
      <p:pic>
        <p:nvPicPr>
          <p:cNvPr id="55" name="Google Shape;225;p7" descr="A computer server with lights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03368" y="3238934"/>
            <a:ext cx="1368755" cy="139125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" name="그룹 55"/>
          <p:cNvGrpSpPr/>
          <p:nvPr/>
        </p:nvGrpSpPr>
        <p:grpSpPr>
          <a:xfrm>
            <a:off x="9839427" y="3238934"/>
            <a:ext cx="1372505" cy="1391255"/>
            <a:chOff x="9820835" y="3092822"/>
            <a:chExt cx="1640541" cy="1662953"/>
          </a:xfrm>
        </p:grpSpPr>
        <p:pic>
          <p:nvPicPr>
            <p:cNvPr id="57" name="Google Shape;226;p7" descr="A computer server with lights&#10;&#10;AI-generated content may be incorrect.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9820835" y="3092822"/>
              <a:ext cx="1636059" cy="16629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" name="Google Shape;227;p7" descr="A yellow star on a black background&#10;&#10;AI-generated content may be incorrect.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2160000">
              <a:off x="10712823" y="3433482"/>
              <a:ext cx="748553" cy="76648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9" name="Google Shape;228;p7" descr="A computer with a magnifying glass and a person in a hoodie&#10;&#10;AI-generated content may be incorrect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90469" y="3030048"/>
            <a:ext cx="1743635" cy="177949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0" name="직선 화살표 연결선 59"/>
          <p:cNvCxnSpPr/>
          <p:nvPr/>
        </p:nvCxnSpPr>
        <p:spPr>
          <a:xfrm flipV="1">
            <a:off x="3211614" y="2224455"/>
            <a:ext cx="1879132" cy="1103089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" name="꺾인 연결선 60"/>
          <p:cNvCxnSpPr/>
          <p:nvPr/>
        </p:nvCxnSpPr>
        <p:spPr>
          <a:xfrm>
            <a:off x="7111116" y="2158254"/>
            <a:ext cx="1746149" cy="957990"/>
          </a:xfrm>
          <a:prstGeom prst="bentConnector3">
            <a:avLst>
              <a:gd name="adj1" fmla="val 99748"/>
            </a:avLst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2" name="직선 화살표 연결선 61"/>
          <p:cNvCxnSpPr/>
          <p:nvPr/>
        </p:nvCxnSpPr>
        <p:spPr>
          <a:xfrm>
            <a:off x="9471300" y="3975864"/>
            <a:ext cx="515927" cy="182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3" name="Google Shape;203;p6"/>
          <p:cNvSpPr/>
          <p:nvPr/>
        </p:nvSpPr>
        <p:spPr>
          <a:xfrm>
            <a:off x="4707591" y="2904945"/>
            <a:ext cx="1463038" cy="42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chemeClr val="dk1"/>
                </a:solidFill>
                <a:latin typeface="Noto Sans KR" panose="020B0600000101010101" charset="-127"/>
                <a:ea typeface="Noto Sans KR" panose="020B0600000101010101" charset="-127"/>
                <a:sym typeface="Malgun Gothic"/>
              </a:rPr>
              <a:t>보호소 회원</a:t>
            </a:r>
            <a:endParaRPr sz="1200" dirty="0">
              <a:latin typeface="Noto Sans KR" panose="020B0600000101010101" charset="-127"/>
              <a:ea typeface="Noto Sans KR" panose="020B0600000101010101" charset="-127"/>
            </a:endParaRPr>
          </a:p>
        </p:txBody>
      </p:sp>
      <p:sp>
        <p:nvSpPr>
          <p:cNvPr id="64" name="Google Shape;203;p6"/>
          <p:cNvSpPr/>
          <p:nvPr/>
        </p:nvSpPr>
        <p:spPr>
          <a:xfrm>
            <a:off x="9877552" y="4647494"/>
            <a:ext cx="1463038" cy="42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chemeClr val="dk1"/>
                </a:solidFill>
                <a:latin typeface="Noto Sans KR" panose="020B0600000101010101" charset="-127"/>
                <a:ea typeface="Noto Sans KR" panose="020B0600000101010101" charset="-127"/>
                <a:sym typeface="Malgun Gothic"/>
              </a:rPr>
              <a:t>데이터</a:t>
            </a:r>
            <a:r>
              <a:rPr lang="ko-KR" altLang="en-US" sz="1400" b="1" dirty="0">
                <a:solidFill>
                  <a:schemeClr val="dk1"/>
                </a:solidFill>
                <a:latin typeface="Noto Sans KR" panose="020B0600000101010101" charset="-127"/>
                <a:ea typeface="Noto Sans KR" panose="020B0600000101010101" charset="-127"/>
                <a:sym typeface="Malgun Gothic"/>
              </a:rPr>
              <a:t> 변조</a:t>
            </a:r>
            <a:endParaRPr sz="1400" dirty="0">
              <a:latin typeface="Noto Sans KR" panose="020B0600000101010101" charset="-127"/>
              <a:ea typeface="Noto Sans KR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42500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시나리오</a:t>
            </a:r>
          </a:p>
        </p:txBody>
      </p:sp>
      <p:sp>
        <p:nvSpPr>
          <p:cNvPr id="16" name="Google Shape;239;p8"/>
          <p:cNvSpPr/>
          <p:nvPr/>
        </p:nvSpPr>
        <p:spPr>
          <a:xfrm>
            <a:off x="1813110" y="5138569"/>
            <a:ext cx="8568990" cy="100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dirty="0">
                <a:solidFill>
                  <a:schemeClr val="dk1"/>
                </a:solidFill>
                <a:latin typeface="Noto Sans KR" panose="020B0600000101010101" charset="-127"/>
                <a:ea typeface="Noto Sans KR" panose="020B0600000101010101" charset="-127"/>
                <a:cs typeface="Malgun Gothic"/>
                <a:sym typeface="Malgun Gothic"/>
              </a:rPr>
              <a:t>통합 관제 부재</a:t>
            </a:r>
            <a:br>
              <a:rPr lang="ko-KR" sz="1500" b="1" dirty="0">
                <a:solidFill>
                  <a:schemeClr val="lt1"/>
                </a:solidFill>
                <a:latin typeface="Noto Sans KR" panose="020B0600000101010101" charset="-127"/>
                <a:ea typeface="Noto Sans KR" panose="020B0600000101010101" charset="-127"/>
                <a:cs typeface="Malgun Gothic"/>
                <a:sym typeface="Malgun Gothic"/>
              </a:rPr>
            </a:br>
            <a:r>
              <a:rPr lang="ko-KR" b="1" dirty="0">
                <a:solidFill>
                  <a:schemeClr val="dk1"/>
                </a:solidFill>
                <a:latin typeface="Noto Sans KR" panose="020B0600000101010101" charset="-127"/>
                <a:ea typeface="Noto Sans KR" panose="020B0600000101010101" charset="-127"/>
                <a:cs typeface="Malgun Gothic"/>
                <a:sym typeface="Malgun Gothic"/>
              </a:rPr>
              <a:t>SIEM 체계가 구축되어 있지 않아, 공격 발생 시점과</a:t>
            </a:r>
            <a:br>
              <a:rPr lang="ko-KR" b="1" dirty="0">
                <a:solidFill>
                  <a:schemeClr val="dk1"/>
                </a:solidFill>
                <a:latin typeface="Noto Sans KR" panose="020B0600000101010101" charset="-127"/>
                <a:ea typeface="Noto Sans KR" panose="020B0600000101010101" charset="-127"/>
                <a:cs typeface="Malgun Gothic"/>
                <a:sym typeface="Malgun Gothic"/>
              </a:rPr>
            </a:br>
            <a:r>
              <a:rPr lang="ko-KR" b="1" dirty="0">
                <a:solidFill>
                  <a:schemeClr val="dk1"/>
                </a:solidFill>
                <a:latin typeface="Noto Sans KR" panose="020B0600000101010101" charset="-127"/>
                <a:ea typeface="Noto Sans KR" panose="020B0600000101010101" charset="-127"/>
                <a:cs typeface="Malgun Gothic"/>
                <a:sym typeface="Malgun Gothic"/>
              </a:rPr>
              <a:t>전체적인 영향 범위를 신속하게 파악하는데 실패</a:t>
            </a:r>
            <a:endParaRPr b="1" dirty="0">
              <a:solidFill>
                <a:schemeClr val="dk1"/>
              </a:solidFill>
              <a:latin typeface="Noto Sans KR" panose="020B0600000101010101" charset="-127"/>
              <a:ea typeface="Noto Sans KR" panose="020B0600000101010101" charset="-127"/>
              <a:cs typeface="Malgun Gothic"/>
              <a:sym typeface="Malgun Gothic"/>
            </a:endParaRPr>
          </a:p>
        </p:txBody>
      </p:sp>
      <p:pic>
        <p:nvPicPr>
          <p:cNvPr id="17" name="Google Shape;243;p8" descr="A person holding a computer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630421" y="1734390"/>
            <a:ext cx="1169722" cy="11282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" name="그룹 17"/>
          <p:cNvGrpSpPr/>
          <p:nvPr/>
        </p:nvGrpSpPr>
        <p:grpSpPr>
          <a:xfrm>
            <a:off x="9583270" y="3933091"/>
            <a:ext cx="1366945" cy="1152668"/>
            <a:chOff x="9386047" y="3733800"/>
            <a:chExt cx="1658471" cy="1398495"/>
          </a:xfrm>
        </p:grpSpPr>
        <p:pic>
          <p:nvPicPr>
            <p:cNvPr id="19" name="Google Shape;244;p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386047" y="3733800"/>
              <a:ext cx="1241612" cy="12416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Google Shape;245;p8" descr="A red triangle with a white exclamation mark&#10;&#10;AI-generated content may be incorrect.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215282" y="4276165"/>
              <a:ext cx="829236" cy="85613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" name="그룹 20"/>
          <p:cNvGrpSpPr/>
          <p:nvPr/>
        </p:nvGrpSpPr>
        <p:grpSpPr>
          <a:xfrm>
            <a:off x="4290758" y="2739402"/>
            <a:ext cx="1189407" cy="994398"/>
            <a:chOff x="5284747" y="1500702"/>
            <a:chExt cx="1931841" cy="1615107"/>
          </a:xfrm>
        </p:grpSpPr>
        <p:pic>
          <p:nvPicPr>
            <p:cNvPr id="22" name="Google Shape;204;p6" descr="A computer server with black background&#10;&#10;AI-generated content may be incorrect.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284747" y="1500702"/>
              <a:ext cx="1655448" cy="16151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211;p6" descr="A yellow star on a black background&#10;&#10;AI-generated content may be incorrect.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 rot="2160000">
              <a:off x="6468035" y="1954306"/>
              <a:ext cx="748553" cy="76648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" name="그룹 23"/>
          <p:cNvGrpSpPr/>
          <p:nvPr/>
        </p:nvGrpSpPr>
        <p:grpSpPr>
          <a:xfrm>
            <a:off x="5348216" y="2595281"/>
            <a:ext cx="1219638" cy="1236300"/>
            <a:chOff x="9820835" y="3092822"/>
            <a:chExt cx="1640541" cy="1662953"/>
          </a:xfrm>
        </p:grpSpPr>
        <p:pic>
          <p:nvPicPr>
            <p:cNvPr id="25" name="Google Shape;226;p7" descr="A computer server with lights&#10;&#10;AI-generated content may be incorrect.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9820835" y="3092822"/>
              <a:ext cx="1636059" cy="16629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" name="Google Shape;227;p7" descr="A yellow star on a black background&#10;&#10;AI-generated content may be incorrect.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 rot="2160000">
              <a:off x="10712823" y="3433482"/>
              <a:ext cx="748553" cy="76648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" name="Google Shape;203;p6"/>
          <p:cNvSpPr/>
          <p:nvPr/>
        </p:nvSpPr>
        <p:spPr>
          <a:xfrm>
            <a:off x="1155292" y="2836915"/>
            <a:ext cx="1463038" cy="915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400" b="1" dirty="0">
                <a:solidFill>
                  <a:schemeClr val="dk1"/>
                </a:solidFill>
                <a:latin typeface="Noto Sans KR" panose="020B0600000101010101" charset="-127"/>
                <a:ea typeface="Noto Sans KR" panose="020B0600000101010101" charset="-127"/>
                <a:sym typeface="Malgun Gothic"/>
              </a:rPr>
              <a:t>SIEM </a:t>
            </a:r>
            <a:r>
              <a:rPr lang="ko-KR" altLang="en-US" sz="1400" b="1" dirty="0">
                <a:solidFill>
                  <a:schemeClr val="dk1"/>
                </a:solidFill>
                <a:latin typeface="Noto Sans KR" panose="020B0600000101010101" charset="-127"/>
                <a:ea typeface="Noto Sans KR" panose="020B0600000101010101" charset="-127"/>
                <a:sym typeface="Malgun Gothic"/>
              </a:rPr>
              <a:t>장비 </a:t>
            </a:r>
            <a:br>
              <a:rPr lang="en-US" altLang="ko-KR" sz="1400" b="1" dirty="0">
                <a:solidFill>
                  <a:schemeClr val="dk1"/>
                </a:solidFill>
                <a:latin typeface="Noto Sans KR" panose="020B0600000101010101" charset="-127"/>
                <a:ea typeface="Noto Sans KR" panose="020B0600000101010101" charset="-127"/>
                <a:sym typeface="Malgun Gothic"/>
              </a:rPr>
            </a:br>
            <a:r>
              <a:rPr lang="ko-KR" altLang="en-US" sz="1400" b="1" dirty="0">
                <a:solidFill>
                  <a:schemeClr val="dk1"/>
                </a:solidFill>
                <a:latin typeface="Noto Sans KR" panose="020B0600000101010101" charset="-127"/>
                <a:ea typeface="Noto Sans KR" panose="020B0600000101010101" charset="-127"/>
                <a:sym typeface="Malgun Gothic"/>
              </a:rPr>
              <a:t>부재</a:t>
            </a:r>
            <a:endParaRPr sz="1400" dirty="0">
              <a:latin typeface="Noto Sans KR" panose="020B0600000101010101" charset="-127"/>
              <a:ea typeface="Noto Sans KR" panose="020B0600000101010101" charset="-127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1297319" y="2688492"/>
            <a:ext cx="1149809" cy="1045308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9" name="직선 화살표 연결선 28"/>
          <p:cNvCxnSpPr/>
          <p:nvPr/>
        </p:nvCxnSpPr>
        <p:spPr>
          <a:xfrm flipH="1">
            <a:off x="6682182" y="2453054"/>
            <a:ext cx="2901088" cy="817685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직선 화살표 연결선 29"/>
          <p:cNvCxnSpPr/>
          <p:nvPr/>
        </p:nvCxnSpPr>
        <p:spPr>
          <a:xfrm>
            <a:off x="10215282" y="3077308"/>
            <a:ext cx="0" cy="656492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/>
          <p:cNvCxnSpPr>
            <a:stCxn id="27" idx="3"/>
          </p:cNvCxnSpPr>
          <p:nvPr/>
        </p:nvCxnSpPr>
        <p:spPr>
          <a:xfrm flipV="1">
            <a:off x="2618330" y="3289789"/>
            <a:ext cx="1547758" cy="5094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2990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사업 목표</a:t>
            </a:r>
          </a:p>
        </p:txBody>
      </p:sp>
      <p:sp>
        <p:nvSpPr>
          <p:cNvPr id="32" name="타원 6">
            <a:extLst>
              <a:ext uri="{FF2B5EF4-FFF2-40B4-BE49-F238E27FC236}">
                <a16:creationId xmlns:a16="http://schemas.microsoft.com/office/drawing/2014/main" id="{1E5E87A6-D1AE-9E97-2398-D72A89E9FD33}"/>
              </a:ext>
            </a:extLst>
          </p:cNvPr>
          <p:cNvSpPr/>
          <p:nvPr/>
        </p:nvSpPr>
        <p:spPr>
          <a:xfrm>
            <a:off x="5486796" y="3305575"/>
            <a:ext cx="1122773" cy="1137123"/>
          </a:xfrm>
          <a:prstGeom prst="ellipse">
            <a:avLst/>
          </a:prstGeom>
          <a:solidFill>
            <a:srgbClr val="373E54"/>
          </a:solidFill>
          <a:ln w="19050">
            <a:solidFill>
              <a:srgbClr val="B6B8BE"/>
            </a:solidFill>
          </a:ln>
          <a:effectLst>
            <a:outerShdw blurRad="50800" dist="38100" dir="5400000" algn="t" rotWithShape="0">
              <a:prstClr val="black">
                <a:alpha val="15000"/>
              </a:prstClr>
            </a:outerShdw>
          </a:effectLst>
          <a:scene3d>
            <a:camera prst="orthographicFront"/>
            <a:lightRig rig="balanced" dir="t"/>
          </a:scene3d>
          <a:sp3d prstMaterial="clear">
            <a:bevelT w="127000" h="165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3" name="직사각형 82">
            <a:extLst>
              <a:ext uri="{FF2B5EF4-FFF2-40B4-BE49-F238E27FC236}">
                <a16:creationId xmlns:a16="http://schemas.microsoft.com/office/drawing/2014/main" id="{E0CB22DA-345B-CAC3-D72E-350E98A4298E}"/>
              </a:ext>
            </a:extLst>
          </p:cNvPr>
          <p:cNvSpPr/>
          <p:nvPr/>
        </p:nvSpPr>
        <p:spPr>
          <a:xfrm>
            <a:off x="281824" y="1773277"/>
            <a:ext cx="5431453" cy="12579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b="1" dirty="0">
                <a:solidFill>
                  <a:schemeClr val="tx1"/>
                </a:solidFill>
                <a:ea typeface="Noto Sans KR Black"/>
              </a:rPr>
              <a:t>종합 보안 체계 구축</a:t>
            </a:r>
            <a:br>
              <a:rPr lang="ko-KR" altLang="en-US" sz="1500" b="1" dirty="0">
                <a:solidFill>
                  <a:schemeClr val="tx1"/>
                </a:solidFill>
                <a:ea typeface="Noto Sans KR Black"/>
              </a:rPr>
            </a:br>
            <a:r>
              <a:rPr lang="ko-KR" altLang="en-US" sz="1200" b="1" dirty="0">
                <a:solidFill>
                  <a:schemeClr val="tx1"/>
                </a:solidFill>
                <a:ea typeface="Noto Sans KR Black"/>
              </a:rPr>
              <a:t>인프라(WEB, WAS, DB) 최적화, 보안장비 도입,</a:t>
            </a:r>
            <a:br>
              <a:rPr lang="ko-KR" altLang="en-US" sz="1200" b="1" dirty="0">
                <a:ea typeface="Noto Sans KR Black"/>
              </a:rPr>
            </a:br>
            <a:r>
              <a:rPr lang="ko-KR" altLang="en-US" sz="1200" b="1" dirty="0">
                <a:solidFill>
                  <a:schemeClr val="tx1"/>
                </a:solidFill>
                <a:ea typeface="Noto Sans KR Black"/>
              </a:rPr>
              <a:t>SIEM 기반의 통합 보안관제 체계를 구축하여</a:t>
            </a:r>
          </a:p>
          <a:p>
            <a:pPr algn="ctr">
              <a:lnSpc>
                <a:spcPct val="150000"/>
              </a:lnSpc>
              <a:defRPr/>
            </a:pPr>
            <a:r>
              <a:rPr lang="ko-KR" altLang="en-US" sz="1200" b="1" dirty="0">
                <a:solidFill>
                  <a:schemeClr val="tx1"/>
                </a:solidFill>
                <a:ea typeface="Noto Sans KR Black"/>
              </a:rPr>
              <a:t>운영 환경 안정화</a:t>
            </a:r>
          </a:p>
        </p:txBody>
      </p:sp>
      <p:pic>
        <p:nvPicPr>
          <p:cNvPr id="34" name="Picture 51" descr="A logo for a company&#10;&#10;AI-generated content may be incorrect.">
            <a:extLst>
              <a:ext uri="{FF2B5EF4-FFF2-40B4-BE49-F238E27FC236}">
                <a16:creationId xmlns:a16="http://schemas.microsoft.com/office/drawing/2014/main" id="{69EBC956-43AA-E9A4-A242-103F235FFE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696" t="4515" r="27819" b="4740"/>
          <a:stretch>
            <a:fillRect/>
          </a:stretch>
        </p:blipFill>
        <p:spPr>
          <a:xfrm>
            <a:off x="5666266" y="3450988"/>
            <a:ext cx="761735" cy="846297"/>
          </a:xfrm>
          <a:prstGeom prst="rect">
            <a:avLst/>
          </a:prstGeom>
        </p:spPr>
      </p:pic>
      <p:sp>
        <p:nvSpPr>
          <p:cNvPr id="35" name="직사각형 82">
            <a:extLst>
              <a:ext uri="{FF2B5EF4-FFF2-40B4-BE49-F238E27FC236}">
                <a16:creationId xmlns:a16="http://schemas.microsoft.com/office/drawing/2014/main" id="{F70E2D0A-2184-44FC-75B5-DB5490864FF8}"/>
              </a:ext>
            </a:extLst>
          </p:cNvPr>
          <p:cNvSpPr/>
          <p:nvPr/>
        </p:nvSpPr>
        <p:spPr>
          <a:xfrm>
            <a:off x="281824" y="4627235"/>
            <a:ext cx="5431453" cy="982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b="1" dirty="0">
                <a:solidFill>
                  <a:schemeClr val="tx1"/>
                </a:solidFill>
                <a:ea typeface="Noto Sans KR Black"/>
              </a:rPr>
              <a:t>보안 위협 선제적 대응</a:t>
            </a:r>
            <a:br>
              <a:rPr lang="ko-KR" altLang="en-US" sz="1500" b="1" dirty="0">
                <a:ea typeface="Noto Sans KR Black"/>
              </a:rPr>
            </a:br>
            <a:r>
              <a:rPr lang="ko-KR" altLang="en-US" sz="1200" b="1" dirty="0">
                <a:solidFill>
                  <a:schemeClr val="tx1"/>
                </a:solidFill>
                <a:ea typeface="Noto Sans KR Black"/>
              </a:rPr>
              <a:t>취약점 진단 및 모의해킹을 통해 잠재적</a:t>
            </a:r>
            <a:br>
              <a:rPr lang="en-US" altLang="ko-KR" sz="1200" b="1" dirty="0">
                <a:solidFill>
                  <a:schemeClr val="tx1"/>
                </a:solidFill>
                <a:ea typeface="Noto Sans KR Black"/>
              </a:rPr>
            </a:br>
            <a:r>
              <a:rPr lang="ko-KR" altLang="en-US" sz="1200" b="1" dirty="0">
                <a:solidFill>
                  <a:schemeClr val="tx1"/>
                </a:solidFill>
                <a:ea typeface="Noto Sans KR Black"/>
              </a:rPr>
              <a:t>보안 위협을 사전에 식별하고 제거</a:t>
            </a:r>
          </a:p>
        </p:txBody>
      </p:sp>
      <p:sp>
        <p:nvSpPr>
          <p:cNvPr id="36" name="직사각형 82">
            <a:extLst>
              <a:ext uri="{FF2B5EF4-FFF2-40B4-BE49-F238E27FC236}">
                <a16:creationId xmlns:a16="http://schemas.microsoft.com/office/drawing/2014/main" id="{F2739981-7082-5FF4-F999-1529248EA091}"/>
              </a:ext>
            </a:extLst>
          </p:cNvPr>
          <p:cNvSpPr/>
          <p:nvPr/>
        </p:nvSpPr>
        <p:spPr>
          <a:xfrm>
            <a:off x="6478723" y="1773277"/>
            <a:ext cx="5431453" cy="10175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b="1" dirty="0">
                <a:solidFill>
                  <a:schemeClr val="tx1"/>
                </a:solidFill>
                <a:ea typeface="Noto Sans KR Black"/>
              </a:rPr>
              <a:t>신속한 탐지 및 대응 체계 마련</a:t>
            </a:r>
            <a:br>
              <a:rPr lang="ko-KR" altLang="en-US" sz="1500" b="1" dirty="0">
                <a:solidFill>
                  <a:schemeClr val="tx1"/>
                </a:solidFill>
                <a:ea typeface="Noto Sans KR Black"/>
              </a:rPr>
            </a:br>
            <a:r>
              <a:rPr lang="ko-KR" altLang="en-US" sz="1200" b="1" dirty="0">
                <a:solidFill>
                  <a:schemeClr val="tx1"/>
                </a:solidFill>
                <a:ea typeface="Noto Sans KR Black"/>
              </a:rPr>
              <a:t>로그 분석과 탐지 정책을 통해 공격 발생 시</a:t>
            </a:r>
            <a:br>
              <a:rPr lang="ko-KR" altLang="en-US" sz="1200" b="1" dirty="0">
                <a:solidFill>
                  <a:schemeClr val="tx1"/>
                </a:solidFill>
                <a:ea typeface="Noto Sans KR Black"/>
              </a:rPr>
            </a:br>
            <a:r>
              <a:rPr lang="ko-KR" altLang="en-US" sz="1200" b="1" dirty="0">
                <a:solidFill>
                  <a:schemeClr val="tx1"/>
                </a:solidFill>
                <a:ea typeface="Noto Sans KR Black"/>
              </a:rPr>
              <a:t>신속한 원인 파악 및 대응이 가능한 기반 확보</a:t>
            </a:r>
          </a:p>
        </p:txBody>
      </p:sp>
      <p:sp>
        <p:nvSpPr>
          <p:cNvPr id="37" name="직사각형 82">
            <a:extLst>
              <a:ext uri="{FF2B5EF4-FFF2-40B4-BE49-F238E27FC236}">
                <a16:creationId xmlns:a16="http://schemas.microsoft.com/office/drawing/2014/main" id="{711B9F1F-E287-0382-3940-087699715956}"/>
              </a:ext>
            </a:extLst>
          </p:cNvPr>
          <p:cNvSpPr/>
          <p:nvPr/>
        </p:nvSpPr>
        <p:spPr>
          <a:xfrm>
            <a:off x="6478723" y="4627235"/>
            <a:ext cx="5431453" cy="982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b="1" dirty="0">
                <a:solidFill>
                  <a:schemeClr val="tx1"/>
                </a:solidFill>
                <a:ea typeface="Noto Sans KR Black"/>
              </a:rPr>
              <a:t>지속 가능한 보안 </a:t>
            </a:r>
            <a:r>
              <a:rPr lang="ko-KR" altLang="en-US" b="1" dirty="0" err="1">
                <a:solidFill>
                  <a:schemeClr val="tx1"/>
                </a:solidFill>
                <a:ea typeface="Noto Sans KR Black"/>
              </a:rPr>
              <a:t>눙영</a:t>
            </a:r>
            <a:r>
              <a:rPr lang="ko-KR" altLang="en-US" b="1" dirty="0">
                <a:solidFill>
                  <a:schemeClr val="tx1"/>
                </a:solidFill>
                <a:ea typeface="Noto Sans KR Black"/>
              </a:rPr>
              <a:t> 기준 수립</a:t>
            </a:r>
            <a:br>
              <a:rPr lang="ko-KR" altLang="en-US" sz="1500" b="1" dirty="0">
                <a:solidFill>
                  <a:schemeClr val="tx1"/>
                </a:solidFill>
                <a:ea typeface="Noto Sans KR Black"/>
              </a:rPr>
            </a:br>
            <a:r>
              <a:rPr lang="ko-KR" altLang="en-US" sz="1200" b="1" dirty="0">
                <a:solidFill>
                  <a:schemeClr val="tx1"/>
                </a:solidFill>
                <a:ea typeface="Noto Sans KR Black"/>
              </a:rPr>
              <a:t>조치 </a:t>
            </a:r>
            <a:r>
              <a:rPr lang="ko-KR" altLang="en-US" sz="1200" b="1" dirty="0" err="1">
                <a:solidFill>
                  <a:schemeClr val="tx1"/>
                </a:solidFill>
                <a:ea typeface="Noto Sans KR Black"/>
              </a:rPr>
              <a:t>가디으</a:t>
            </a:r>
            <a:r>
              <a:rPr lang="ko-KR" altLang="en-US" sz="1200" b="1" dirty="0">
                <a:solidFill>
                  <a:schemeClr val="tx1"/>
                </a:solidFill>
                <a:ea typeface="Noto Sans KR Black"/>
              </a:rPr>
              <a:t> 및 최종 결과보고서 작성을 통해 </a:t>
            </a:r>
            <a:r>
              <a:rPr lang="ko-KR" altLang="en-US" sz="1200" b="1" dirty="0" err="1">
                <a:solidFill>
                  <a:schemeClr val="tx1"/>
                </a:solidFill>
                <a:ea typeface="Noto Sans KR Black"/>
              </a:rPr>
              <a:t>DDD가</a:t>
            </a:r>
            <a:endParaRPr lang="en-US" dirty="0">
              <a:solidFill>
                <a:schemeClr val="tx1"/>
              </a:solidFill>
              <a:ea typeface="맑은 고딕" panose="020F0502020204030204"/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sz="1200" b="1" dirty="0">
                <a:solidFill>
                  <a:schemeClr val="tx1"/>
                </a:solidFill>
                <a:ea typeface="Noto Sans KR Black"/>
              </a:rPr>
              <a:t>향후에도 스스로 보안 수준을 관리할 수 있는 운영 기준 마련</a:t>
            </a:r>
          </a:p>
        </p:txBody>
      </p:sp>
      <p:cxnSp>
        <p:nvCxnSpPr>
          <p:cNvPr id="38" name="직선 연결선 12">
            <a:extLst>
              <a:ext uri="{FF2B5EF4-FFF2-40B4-BE49-F238E27FC236}">
                <a16:creationId xmlns:a16="http://schemas.microsoft.com/office/drawing/2014/main" id="{E7B4AC09-CC08-C45E-A107-8154C86B883E}"/>
              </a:ext>
            </a:extLst>
          </p:cNvPr>
          <p:cNvCxnSpPr>
            <a:cxnSpLocks/>
          </p:cNvCxnSpPr>
          <p:nvPr/>
        </p:nvCxnSpPr>
        <p:spPr>
          <a:xfrm>
            <a:off x="6056619" y="1304925"/>
            <a:ext cx="0" cy="1642054"/>
          </a:xfrm>
          <a:prstGeom prst="line">
            <a:avLst/>
          </a:prstGeom>
          <a:ln w="190500" cap="rnd">
            <a:solidFill>
              <a:srgbClr val="373E54"/>
            </a:solidFill>
          </a:ln>
          <a:scene3d>
            <a:camera prst="orthographicFront"/>
            <a:lightRig rig="threePt" dir="t">
              <a:rot lat="0" lon="0" rev="7800000"/>
            </a:lightRig>
          </a:scene3d>
          <a:sp3d prstMaterial="clear">
            <a:bevelT w="285750" h="13335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12">
            <a:extLst>
              <a:ext uri="{FF2B5EF4-FFF2-40B4-BE49-F238E27FC236}">
                <a16:creationId xmlns:a16="http://schemas.microsoft.com/office/drawing/2014/main" id="{E7B4AC09-CC08-C45E-A107-8154C86B883E}"/>
              </a:ext>
            </a:extLst>
          </p:cNvPr>
          <p:cNvCxnSpPr>
            <a:cxnSpLocks/>
          </p:cNvCxnSpPr>
          <p:nvPr/>
        </p:nvCxnSpPr>
        <p:spPr>
          <a:xfrm>
            <a:off x="703739" y="3882370"/>
            <a:ext cx="4478212" cy="0"/>
          </a:xfrm>
          <a:prstGeom prst="line">
            <a:avLst/>
          </a:prstGeom>
          <a:ln w="190500" cap="rnd">
            <a:solidFill>
              <a:srgbClr val="373E54"/>
            </a:solidFill>
          </a:ln>
          <a:scene3d>
            <a:camera prst="orthographicFront"/>
            <a:lightRig rig="threePt" dir="t">
              <a:rot lat="0" lon="0" rev="7800000"/>
            </a:lightRig>
          </a:scene3d>
          <a:sp3d prstMaterial="clear">
            <a:bevelT w="285750" h="13335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12">
            <a:extLst>
              <a:ext uri="{FF2B5EF4-FFF2-40B4-BE49-F238E27FC236}">
                <a16:creationId xmlns:a16="http://schemas.microsoft.com/office/drawing/2014/main" id="{E7B4AC09-CC08-C45E-A107-8154C86B883E}"/>
              </a:ext>
            </a:extLst>
          </p:cNvPr>
          <p:cNvCxnSpPr>
            <a:cxnSpLocks/>
          </p:cNvCxnSpPr>
          <p:nvPr/>
        </p:nvCxnSpPr>
        <p:spPr>
          <a:xfrm>
            <a:off x="7010751" y="3882370"/>
            <a:ext cx="4478212" cy="0"/>
          </a:xfrm>
          <a:prstGeom prst="line">
            <a:avLst/>
          </a:prstGeom>
          <a:ln w="190500" cap="rnd">
            <a:solidFill>
              <a:srgbClr val="373E54"/>
            </a:solidFill>
          </a:ln>
          <a:scene3d>
            <a:camera prst="orthographicFront"/>
            <a:lightRig rig="threePt" dir="t">
              <a:rot lat="0" lon="0" rev="7800000"/>
            </a:lightRig>
          </a:scene3d>
          <a:sp3d prstMaterial="clear">
            <a:bevelT w="285750" h="13335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12">
            <a:extLst>
              <a:ext uri="{FF2B5EF4-FFF2-40B4-BE49-F238E27FC236}">
                <a16:creationId xmlns:a16="http://schemas.microsoft.com/office/drawing/2014/main" id="{E7B4AC09-CC08-C45E-A107-8154C86B883E}"/>
              </a:ext>
            </a:extLst>
          </p:cNvPr>
          <p:cNvCxnSpPr>
            <a:cxnSpLocks/>
          </p:cNvCxnSpPr>
          <p:nvPr/>
        </p:nvCxnSpPr>
        <p:spPr>
          <a:xfrm>
            <a:off x="6047133" y="4706711"/>
            <a:ext cx="0" cy="1642054"/>
          </a:xfrm>
          <a:prstGeom prst="line">
            <a:avLst/>
          </a:prstGeom>
          <a:ln w="190500" cap="rnd">
            <a:solidFill>
              <a:srgbClr val="373E54"/>
            </a:solidFill>
          </a:ln>
          <a:scene3d>
            <a:camera prst="orthographicFront"/>
            <a:lightRig rig="threePt" dir="t">
              <a:rot lat="0" lon="0" rev="7800000"/>
            </a:lightRig>
          </a:scene3d>
          <a:sp3d prstMaterial="clear">
            <a:bevelT w="285750" h="13335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99768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사용 툴</a:t>
            </a:r>
          </a:p>
        </p:txBody>
      </p:sp>
      <p:grpSp>
        <p:nvGrpSpPr>
          <p:cNvPr id="13" name="그룹 12"/>
          <p:cNvGrpSpPr/>
          <p:nvPr/>
        </p:nvGrpSpPr>
        <p:grpSpPr>
          <a:xfrm>
            <a:off x="380192" y="2378150"/>
            <a:ext cx="3568799" cy="2872583"/>
            <a:chOff x="380192" y="2378150"/>
            <a:chExt cx="3568799" cy="2872583"/>
          </a:xfrm>
        </p:grpSpPr>
        <p:pic>
          <p:nvPicPr>
            <p:cNvPr id="14" name="Google Shape;284;p10" descr="A logo of a chameleon&#10;&#10;AI-generated content may be incorrect.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775309" y="2378150"/>
              <a:ext cx="722853" cy="7508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285;p10" descr="A computer with lightning bolt&#10;&#10;AI-generated content may be incorrect.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940975" y="2383044"/>
              <a:ext cx="699084" cy="7410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" name="Google Shape;286;p10" descr="A magnifying glass with a yellow envelope and a white circle&#10;&#10;AI-generated content may be incorrect.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98211" y="2430581"/>
              <a:ext cx="680908" cy="6459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" name="Google Shape;287;p10" descr="A blue eye with a black background&#10;&#10;AI-generated content may be incorrect."/>
            <p:cNvPicPr preferRelativeResize="0"/>
            <p:nvPr/>
          </p:nvPicPr>
          <p:blipFill rotWithShape="1">
            <a:blip r:embed="rId5">
              <a:alphaModFix/>
            </a:blip>
            <a:srcRect l="24833" t="26715" r="21462" b="26110"/>
            <a:stretch/>
          </p:blipFill>
          <p:spPr>
            <a:xfrm>
              <a:off x="595646" y="4020462"/>
              <a:ext cx="886038" cy="5870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Google Shape;288;p10" descr="A blue and white shark fin&#10;&#10;AI-generated content may be incorrect.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815156" y="3992399"/>
              <a:ext cx="643158" cy="6431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289;p10" descr="A blue and orange rectangles&#10;&#10;AI-generated content may be incorrect.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2957158" y="3973331"/>
              <a:ext cx="666719" cy="68129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" name="Google Shape;305;p10"/>
            <p:cNvSpPr/>
            <p:nvPr/>
          </p:nvSpPr>
          <p:spPr>
            <a:xfrm>
              <a:off x="380192" y="3199924"/>
              <a:ext cx="1316947" cy="5052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050" b="1" dirty="0" err="1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Packet</a:t>
              </a:r>
              <a:r>
                <a:rPr lang="ko-KR" sz="1050" b="1" dirty="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ko-KR" sz="1050" b="1" dirty="0" err="1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Tracer</a:t>
              </a:r>
              <a:br>
                <a:rPr lang="ko-KR" sz="1050" b="1" dirty="0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</a:br>
              <a:r>
                <a:rPr lang="en-US" altLang="ko-KR" sz="1050" b="1" dirty="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6.2.0.0052</a:t>
              </a:r>
              <a:endParaRPr sz="1050" b="1" i="0" u="none" strike="noStrike" cap="none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1" name="Google Shape;306;p10"/>
            <p:cNvSpPr/>
            <p:nvPr/>
          </p:nvSpPr>
          <p:spPr>
            <a:xfrm>
              <a:off x="1478262" y="3199924"/>
              <a:ext cx="1316947" cy="5052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050" b="1" dirty="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GNS3</a:t>
              </a:r>
              <a:br>
                <a:rPr lang="ko-KR" sz="1050" b="1" dirty="0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</a:br>
              <a:r>
                <a:rPr lang="en-US" altLang="ko-KR" sz="1050" b="1" dirty="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1.5.1</a:t>
              </a:r>
              <a:endParaRPr sz="1050" b="1" i="0" u="none" strike="noStrike" cap="none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2" name="Google Shape;307;p10"/>
            <p:cNvSpPr/>
            <p:nvPr/>
          </p:nvSpPr>
          <p:spPr>
            <a:xfrm>
              <a:off x="2632044" y="3199924"/>
              <a:ext cx="1316947" cy="5052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050" b="1" dirty="0" err="1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Putty</a:t>
              </a:r>
              <a:br>
                <a:rPr lang="ko-KR" sz="1050" b="1" dirty="0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</a:br>
              <a:r>
                <a:rPr lang="ko-KR" sz="1050" b="1" dirty="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0.83</a:t>
              </a:r>
              <a:endParaRPr sz="1050" b="1" i="0" u="none" strike="noStrike" cap="none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3" name="Google Shape;308;p10"/>
            <p:cNvSpPr/>
            <p:nvPr/>
          </p:nvSpPr>
          <p:spPr>
            <a:xfrm>
              <a:off x="380192" y="4745490"/>
              <a:ext cx="1316947" cy="5052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050" b="1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NMAP</a:t>
              </a:r>
              <a:br>
                <a:rPr lang="ko-KR" sz="1050" b="1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</a:br>
              <a:r>
                <a:rPr lang="ko-KR" sz="1050" b="1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7.94 SVN</a:t>
              </a:r>
              <a:endParaRPr sz="1050" b="1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4" name="Google Shape;309;p10"/>
            <p:cNvSpPr/>
            <p:nvPr/>
          </p:nvSpPr>
          <p:spPr>
            <a:xfrm>
              <a:off x="1478262" y="4745490"/>
              <a:ext cx="1316947" cy="5052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050" b="1" dirty="0" err="1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Wireshark</a:t>
              </a:r>
              <a:br>
                <a:rPr lang="ko-KR" sz="1050" b="1" dirty="0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</a:br>
              <a:r>
                <a:rPr lang="ko-KR" sz="1050" b="1" dirty="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4.4.</a:t>
              </a:r>
              <a:r>
                <a:rPr lang="en-US" altLang="ko-KR" sz="1050" b="1" dirty="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14</a:t>
              </a:r>
              <a:endParaRPr sz="1050" b="1" i="0" u="none" strike="noStrike" cap="none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5" name="Google Shape;310;p10"/>
            <p:cNvSpPr/>
            <p:nvPr/>
          </p:nvSpPr>
          <p:spPr>
            <a:xfrm>
              <a:off x="2632044" y="4745490"/>
              <a:ext cx="1316947" cy="5052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050" b="1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VMware</a:t>
              </a:r>
              <a:br>
                <a:rPr lang="ko-KR" sz="1050" b="1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</a:br>
              <a:r>
                <a:rPr lang="ko-KR" sz="1050" b="1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17.6.2</a:t>
              </a:r>
              <a:endParaRPr sz="1050" b="1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26" name="그룹 25"/>
          <p:cNvGrpSpPr/>
          <p:nvPr/>
        </p:nvGrpSpPr>
        <p:grpSpPr>
          <a:xfrm>
            <a:off x="6002575" y="2256015"/>
            <a:ext cx="3801445" cy="4185706"/>
            <a:chOff x="5905295" y="2315358"/>
            <a:chExt cx="3801445" cy="4185706"/>
          </a:xfrm>
        </p:grpSpPr>
        <p:grpSp>
          <p:nvGrpSpPr>
            <p:cNvPr id="27" name="Google Shape;292;p10"/>
            <p:cNvGrpSpPr/>
            <p:nvPr/>
          </p:nvGrpSpPr>
          <p:grpSpPr>
            <a:xfrm>
              <a:off x="6259366" y="2315358"/>
              <a:ext cx="937511" cy="876401"/>
              <a:chOff x="6918037" y="2553999"/>
              <a:chExt cx="780493" cy="737856"/>
            </a:xfrm>
          </p:grpSpPr>
          <p:pic>
            <p:nvPicPr>
              <p:cNvPr id="53" name="Google Shape;293;p10"/>
              <p:cNvPicPr preferRelativeResize="0"/>
              <p:nvPr/>
            </p:nvPicPr>
            <p:blipFill rotWithShape="1">
              <a:blip r:embed="rId8">
                <a:alphaModFix/>
              </a:blip>
              <a:srcRect l="22348" t="26552" r="7727" b="13917"/>
              <a:stretch/>
            </p:blipFill>
            <p:spPr>
              <a:xfrm>
                <a:off x="6918037" y="3142095"/>
                <a:ext cx="780493" cy="14976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4" name="Google Shape;294;p10"/>
              <p:cNvPicPr preferRelativeResize="0"/>
              <p:nvPr/>
            </p:nvPicPr>
            <p:blipFill rotWithShape="1">
              <a:blip r:embed="rId8">
                <a:alphaModFix/>
              </a:blip>
              <a:srcRect l="2273" t="8734" r="79892" b="8793"/>
              <a:stretch/>
            </p:blipFill>
            <p:spPr>
              <a:xfrm>
                <a:off x="7010399" y="2553999"/>
                <a:ext cx="558093" cy="55210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8" name="Google Shape;295;p10" descr="A blue dragon on a black background&#10;&#10;AI-generated content may be incorrect.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7368112" y="2361013"/>
              <a:ext cx="1047173" cy="7850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" name="Google Shape;296;p10" descr="A logo of a seal&#10;&#10;AI-generated content may be incorrect."/>
            <p:cNvPicPr preferRelativeResize="0"/>
            <p:nvPr/>
          </p:nvPicPr>
          <p:blipFill rotWithShape="1">
            <a:blip r:embed="rId10">
              <a:alphaModFix/>
            </a:blip>
            <a:srcRect l="15957" r="17021" b="1686"/>
            <a:stretch/>
          </p:blipFill>
          <p:spPr>
            <a:xfrm>
              <a:off x="6356694" y="5431138"/>
              <a:ext cx="742854" cy="5592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297;p10" descr="A logo with a dolphin&#10;&#10;AI-generated content may be incorrect."/>
            <p:cNvPicPr preferRelativeResize="0"/>
            <p:nvPr/>
          </p:nvPicPr>
          <p:blipFill rotWithShape="1">
            <a:blip r:embed="rId11">
              <a:alphaModFix/>
            </a:blip>
            <a:srcRect t="25177" r="1286" b="25285"/>
            <a:stretch/>
          </p:blipFill>
          <p:spPr>
            <a:xfrm>
              <a:off x="7321136" y="5426993"/>
              <a:ext cx="1141125" cy="5675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" name="Google Shape;298;p10" descr="A blue square with white text&#10;&#10;AI-generated content may be incorrect."/>
            <p:cNvPicPr preferRelativeResize="0"/>
            <p:nvPr/>
          </p:nvPicPr>
          <p:blipFill rotWithShape="1">
            <a:blip r:embed="rId12">
              <a:alphaModFix/>
            </a:blip>
            <a:srcRect l="246" t="4841" r="-246" b="5246"/>
            <a:stretch/>
          </p:blipFill>
          <p:spPr>
            <a:xfrm>
              <a:off x="6111592" y="3897800"/>
              <a:ext cx="1233058" cy="8323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" name="Google Shape;299;p10" descr="A logo with text on it&#10;&#10;AI-generated content may be incorrect."/>
            <p:cNvPicPr preferRelativeResize="0"/>
            <p:nvPr/>
          </p:nvPicPr>
          <p:blipFill rotWithShape="1">
            <a:blip r:embed="rId13">
              <a:alphaModFix/>
            </a:blip>
            <a:srcRect t="11702" r="-140" b="9938"/>
            <a:stretch/>
          </p:blipFill>
          <p:spPr>
            <a:xfrm>
              <a:off x="8529857" y="2345614"/>
              <a:ext cx="1036819" cy="8158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" name="Google Shape;300;p10" descr="A blue and black logo&#10;&#10;AI-generated content may be incorrect.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8537957" y="4040351"/>
              <a:ext cx="1020619" cy="5472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" name="Google Shape;313;p10"/>
            <p:cNvSpPr/>
            <p:nvPr/>
          </p:nvSpPr>
          <p:spPr>
            <a:xfrm>
              <a:off x="6069648" y="3199924"/>
              <a:ext cx="1316947" cy="5052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050" b="1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Rocky Linux</a:t>
              </a:r>
              <a:br>
                <a:rPr lang="ko-KR" sz="1050" b="1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</a:br>
              <a:r>
                <a:rPr lang="ko-KR" sz="1050" b="1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8.10</a:t>
              </a:r>
              <a:endParaRPr sz="1050" b="1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45" name="Google Shape;314;p10"/>
            <p:cNvSpPr/>
            <p:nvPr/>
          </p:nvSpPr>
          <p:spPr>
            <a:xfrm>
              <a:off x="7233225" y="3199924"/>
              <a:ext cx="1316947" cy="5052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050" b="1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KALI</a:t>
              </a:r>
              <a:br>
                <a:rPr lang="ko-KR" sz="1050" b="1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</a:br>
              <a:r>
                <a:rPr lang="ko-KR" sz="1050" b="1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2024.04</a:t>
              </a:r>
              <a:endParaRPr sz="1050" b="1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46" name="Google Shape;315;p10"/>
            <p:cNvSpPr/>
            <p:nvPr/>
          </p:nvSpPr>
          <p:spPr>
            <a:xfrm>
              <a:off x="8389793" y="3199924"/>
              <a:ext cx="1316947" cy="5052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050" b="1" dirty="0" err="1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Ubuntu</a:t>
              </a:r>
              <a:br>
                <a:rPr lang="ko-KR" sz="1050" b="1" dirty="0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</a:br>
              <a:r>
                <a:rPr lang="en-US" altLang="ko-KR" sz="1050" b="1" dirty="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24.04.2</a:t>
              </a:r>
              <a:endParaRPr sz="1050" b="1" i="0" u="none" strike="noStrike" cap="none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47" name="Google Shape;316;p10"/>
            <p:cNvSpPr/>
            <p:nvPr/>
          </p:nvSpPr>
          <p:spPr>
            <a:xfrm>
              <a:off x="5905295" y="4745490"/>
              <a:ext cx="1645652" cy="5052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050" b="1" dirty="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Windows Server</a:t>
              </a:r>
              <a:br>
                <a:rPr lang="ko-KR" sz="1050" b="1" dirty="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</a:br>
              <a:r>
                <a:rPr lang="ko-KR" sz="1050" b="1" dirty="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2016</a:t>
              </a:r>
              <a:endParaRPr sz="1050" b="1" i="0" u="none" strike="noStrike" cap="none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48" name="Google Shape;317;p10"/>
            <p:cNvSpPr/>
            <p:nvPr/>
          </p:nvSpPr>
          <p:spPr>
            <a:xfrm>
              <a:off x="7210814" y="4745490"/>
              <a:ext cx="1361769" cy="5052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050" b="1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Windows</a:t>
              </a:r>
              <a:br>
                <a:rPr lang="ko-KR" sz="1050" b="1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</a:br>
              <a:r>
                <a:rPr lang="ko-KR" sz="1050" b="1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11</a:t>
              </a:r>
              <a:endParaRPr sz="1050" b="1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49" name="Google Shape;318;p10"/>
            <p:cNvSpPr/>
            <p:nvPr/>
          </p:nvSpPr>
          <p:spPr>
            <a:xfrm>
              <a:off x="8389793" y="4745490"/>
              <a:ext cx="1316947" cy="5052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050" b="1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Php</a:t>
              </a:r>
              <a:br>
                <a:rPr lang="ko-KR" sz="1050" b="1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</a:br>
              <a:r>
                <a:rPr lang="ko-KR" sz="1050" b="1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7.2.24</a:t>
              </a:r>
              <a:endParaRPr sz="1050" b="1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50" name="Google Shape;319;p10"/>
            <p:cNvSpPr/>
            <p:nvPr/>
          </p:nvSpPr>
          <p:spPr>
            <a:xfrm>
              <a:off x="6069648" y="5995821"/>
              <a:ext cx="1316947" cy="5052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050" b="1" dirty="0" err="1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MariaDB</a:t>
              </a:r>
              <a:br>
                <a:rPr lang="ko-KR" sz="1050" b="1" dirty="0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</a:br>
              <a:r>
                <a:rPr lang="en-US" altLang="ko-KR" sz="1050" b="1" dirty="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10.3.39</a:t>
              </a:r>
              <a:endParaRPr sz="1050" b="1" i="0" u="none" strike="noStrike" cap="none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51" name="Google Shape;320;p10"/>
            <p:cNvSpPr/>
            <p:nvPr/>
          </p:nvSpPr>
          <p:spPr>
            <a:xfrm>
              <a:off x="7233225" y="5995821"/>
              <a:ext cx="1316947" cy="5052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050" b="1" dirty="0" err="1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MySQL</a:t>
              </a:r>
              <a:br>
                <a:rPr lang="ko-KR" sz="1050" b="1" dirty="0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</a:br>
              <a:r>
                <a:rPr lang="en-US" altLang="ko-KR" sz="1050" b="1" dirty="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8.0.46</a:t>
              </a:r>
              <a:endParaRPr sz="1050" b="1" i="0" u="none" strike="noStrike" cap="none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pic>
          <p:nvPicPr>
            <p:cNvPr id="52" name="Google Shape;325;p10" descr="A blue square with white text&#10;&#10;AI-generated content may be incorrect."/>
            <p:cNvPicPr preferRelativeResize="0"/>
            <p:nvPr/>
          </p:nvPicPr>
          <p:blipFill rotWithShape="1">
            <a:blip r:embed="rId15">
              <a:alphaModFix/>
            </a:blip>
            <a:srcRect t="9953" r="84" b="10532"/>
            <a:stretch/>
          </p:blipFill>
          <p:spPr>
            <a:xfrm>
              <a:off x="7441415" y="3965510"/>
              <a:ext cx="900567" cy="69693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5" name="그룹 54"/>
          <p:cNvGrpSpPr/>
          <p:nvPr/>
        </p:nvGrpSpPr>
        <p:grpSpPr>
          <a:xfrm>
            <a:off x="4353818" y="2256015"/>
            <a:ext cx="1316947" cy="2994718"/>
            <a:chOff x="4421068" y="2256015"/>
            <a:chExt cx="1316947" cy="2994718"/>
          </a:xfrm>
        </p:grpSpPr>
        <p:pic>
          <p:nvPicPr>
            <p:cNvPr id="56" name="Google Shape;290;p10" descr="A logo of a google drive&#10;&#10;AI-generated content may be incorrect."/>
            <p:cNvPicPr preferRelativeResize="0"/>
            <p:nvPr/>
          </p:nvPicPr>
          <p:blipFill rotWithShape="1">
            <a:blip r:embed="rId16">
              <a:alphaModFix/>
            </a:blip>
            <a:srcRect l="-2773" t="9199" r="-5355" b="10386"/>
            <a:stretch/>
          </p:blipFill>
          <p:spPr>
            <a:xfrm>
              <a:off x="4592187" y="2256015"/>
              <a:ext cx="974708" cy="9950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" name="Google Shape;291;p10" descr="A white and black logo&#10;&#10;AI-generated content may be incorrect."/>
            <p:cNvPicPr preferRelativeResize="0"/>
            <p:nvPr/>
          </p:nvPicPr>
          <p:blipFill rotWithShape="1">
            <a:blip r:embed="rId17">
              <a:alphaModFix/>
            </a:blip>
            <a:srcRect/>
            <a:stretch/>
          </p:blipFill>
          <p:spPr>
            <a:xfrm>
              <a:off x="4660721" y="3897679"/>
              <a:ext cx="837641" cy="8325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" name="Google Shape;311;p10"/>
            <p:cNvSpPr/>
            <p:nvPr/>
          </p:nvSpPr>
          <p:spPr>
            <a:xfrm>
              <a:off x="4421068" y="3199924"/>
              <a:ext cx="1316947" cy="5052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050" b="1" dirty="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Google </a:t>
              </a:r>
              <a:r>
                <a:rPr lang="ko-KR" sz="1050" b="1" dirty="0" err="1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Drive</a:t>
              </a:r>
              <a:endParaRPr sz="1050" b="1" i="0" u="none" strike="noStrike" cap="none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59" name="Google Shape;312;p10"/>
            <p:cNvSpPr/>
            <p:nvPr/>
          </p:nvSpPr>
          <p:spPr>
            <a:xfrm>
              <a:off x="4421068" y="4745490"/>
              <a:ext cx="1316947" cy="5052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050" b="1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Notion</a:t>
              </a:r>
              <a:endParaRPr sz="1050" b="1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60" name="그룹 59"/>
          <p:cNvGrpSpPr/>
          <p:nvPr/>
        </p:nvGrpSpPr>
        <p:grpSpPr>
          <a:xfrm>
            <a:off x="10147752" y="2256015"/>
            <a:ext cx="1316947" cy="4347127"/>
            <a:chOff x="10189691" y="2267744"/>
            <a:chExt cx="1316947" cy="4347127"/>
          </a:xfrm>
        </p:grpSpPr>
        <p:pic>
          <p:nvPicPr>
            <p:cNvPr id="61" name="Google Shape;301;p10" descr="A logo of a powerpoint presentation&#10;&#10;AI-generated content may be incorrect."/>
            <p:cNvPicPr preferRelativeResize="0"/>
            <p:nvPr/>
          </p:nvPicPr>
          <p:blipFill rotWithShape="1">
            <a:blip r:embed="rId18">
              <a:alphaModFix/>
            </a:blip>
            <a:srcRect l="12455" t="13741" r="13255" b="13390"/>
            <a:stretch/>
          </p:blipFill>
          <p:spPr>
            <a:xfrm>
              <a:off x="10488862" y="2267744"/>
              <a:ext cx="718604" cy="6851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" name="Google Shape;302;p10" descr="A blue and white logo&#10;&#10;AI-generated content may be incorrect."/>
            <p:cNvPicPr preferRelativeResize="0"/>
            <p:nvPr/>
          </p:nvPicPr>
          <p:blipFill rotWithShape="1">
            <a:blip r:embed="rId19">
              <a:alphaModFix/>
            </a:blip>
            <a:srcRect/>
            <a:stretch/>
          </p:blipFill>
          <p:spPr>
            <a:xfrm>
              <a:off x="10495104" y="4308634"/>
              <a:ext cx="706120" cy="7162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" name="Google Shape;303;p10" descr="A green box with a white x on it&#10;&#10;AI-generated content may be incorrect."/>
            <p:cNvPicPr preferRelativeResize="0"/>
            <p:nvPr/>
          </p:nvPicPr>
          <p:blipFill rotWithShape="1">
            <a:blip r:embed="rId20">
              <a:alphaModFix/>
            </a:blip>
            <a:srcRect/>
            <a:stretch/>
          </p:blipFill>
          <p:spPr>
            <a:xfrm>
              <a:off x="10508631" y="3318034"/>
              <a:ext cx="679067" cy="6400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" name="Google Shape;304;p10"/>
            <p:cNvSpPr/>
            <p:nvPr/>
          </p:nvSpPr>
          <p:spPr>
            <a:xfrm>
              <a:off x="10530840" y="5370354"/>
              <a:ext cx="706120" cy="736600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5" name="Google Shape;321;p10"/>
            <p:cNvSpPr/>
            <p:nvPr/>
          </p:nvSpPr>
          <p:spPr>
            <a:xfrm>
              <a:off x="10189691" y="2955291"/>
              <a:ext cx="1316947" cy="5052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050" b="1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PPT</a:t>
              </a:r>
              <a:endParaRPr sz="1050" b="1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66" name="Google Shape;322;p10"/>
            <p:cNvSpPr/>
            <p:nvPr/>
          </p:nvSpPr>
          <p:spPr>
            <a:xfrm>
              <a:off x="10189691" y="3993703"/>
              <a:ext cx="1316947" cy="5052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050" b="1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Excel</a:t>
              </a:r>
              <a:endParaRPr sz="1050" b="1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67" name="Google Shape;323;p10"/>
            <p:cNvSpPr/>
            <p:nvPr/>
          </p:nvSpPr>
          <p:spPr>
            <a:xfrm>
              <a:off x="10189691" y="5007535"/>
              <a:ext cx="1316947" cy="5052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050" b="1" dirty="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Word</a:t>
              </a:r>
              <a:endParaRPr sz="1050" b="1" i="0" u="none" strike="noStrike" cap="none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68" name="Google Shape;324;p10"/>
            <p:cNvSpPr/>
            <p:nvPr/>
          </p:nvSpPr>
          <p:spPr>
            <a:xfrm>
              <a:off x="10189691" y="6109628"/>
              <a:ext cx="1316947" cy="5052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050" b="1" dirty="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한글</a:t>
              </a:r>
              <a:endParaRPr sz="1050" b="1" i="0" u="none" strike="noStrike" cap="none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pic>
          <p:nvPicPr>
            <p:cNvPr id="69" name="그림 68"/>
            <p:cNvPicPr>
              <a:picLocks noChangeAspect="1"/>
            </p:cNvPicPr>
            <p:nvPr/>
          </p:nvPicPr>
          <p:blipFill>
            <a:blip r:embed="rId21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86577" y="5434467"/>
              <a:ext cx="723175" cy="678793"/>
            </a:xfrm>
            <a:prstGeom prst="rect">
              <a:avLst/>
            </a:prstGeom>
          </p:spPr>
        </p:pic>
      </p:grpSp>
      <p:grpSp>
        <p:nvGrpSpPr>
          <p:cNvPr id="70" name="그룹 69"/>
          <p:cNvGrpSpPr/>
          <p:nvPr/>
        </p:nvGrpSpPr>
        <p:grpSpPr>
          <a:xfrm>
            <a:off x="723421" y="1522256"/>
            <a:ext cx="10741278" cy="253686"/>
            <a:chOff x="723421" y="1522256"/>
            <a:chExt cx="10741278" cy="253686"/>
          </a:xfrm>
        </p:grpSpPr>
        <p:grpSp>
          <p:nvGrpSpPr>
            <p:cNvPr id="71" name="그룹 70"/>
            <p:cNvGrpSpPr/>
            <p:nvPr/>
          </p:nvGrpSpPr>
          <p:grpSpPr>
            <a:xfrm>
              <a:off x="723421" y="1522256"/>
              <a:ext cx="2882341" cy="253686"/>
              <a:chOff x="871876" y="1625771"/>
              <a:chExt cx="2882341" cy="253686"/>
            </a:xfrm>
          </p:grpSpPr>
          <p:cxnSp>
            <p:nvCxnSpPr>
              <p:cNvPr id="81" name="직선 연결선 12">
                <a:extLst>
                  <a:ext uri="{FF2B5EF4-FFF2-40B4-BE49-F238E27FC236}">
                    <a16:creationId xmlns:a16="http://schemas.microsoft.com/office/drawing/2014/main" id="{E7B4AC09-CC08-C45E-A107-8154C86B88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1876" y="1858577"/>
                <a:ext cx="2882341" cy="0"/>
              </a:xfrm>
              <a:prstGeom prst="line">
                <a:avLst/>
              </a:prstGeom>
              <a:ln w="444500" cap="rnd">
                <a:solidFill>
                  <a:srgbClr val="373E54"/>
                </a:solidFill>
              </a:ln>
              <a:scene3d>
                <a:camera prst="orthographicFront"/>
                <a:lightRig rig="threePt" dir="t">
                  <a:rot lat="0" lon="0" rev="7800000"/>
                </a:lightRig>
              </a:scene3d>
              <a:sp3d prstMaterial="clear">
                <a:bevelT w="285750" h="13335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2" name="직사각형 43">
                <a:extLst>
                  <a:ext uri="{FF2B5EF4-FFF2-40B4-BE49-F238E27FC236}">
                    <a16:creationId xmlns:a16="http://schemas.microsoft.com/office/drawing/2014/main" id="{BCE8F01E-D21D-178B-BF1B-3E1288EDDC51}"/>
                  </a:ext>
                </a:extLst>
              </p:cNvPr>
              <p:cNvSpPr/>
              <p:nvPr/>
            </p:nvSpPr>
            <p:spPr>
              <a:xfrm>
                <a:off x="1717834" y="1625771"/>
                <a:ext cx="1190424" cy="25368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t"/>
              <a:lstStyle/>
              <a:p>
                <a:pPr algn="ctr">
                  <a:lnSpc>
                    <a:spcPct val="150000"/>
                  </a:lnSpc>
                  <a:defRPr/>
                </a:pPr>
                <a:r>
                  <a:rPr lang="ko-KR" altLang="en-US" sz="1400" b="1" noProof="0" dirty="0">
                    <a:solidFill>
                      <a:schemeClr val="tx1"/>
                    </a:solidFill>
                    <a:latin typeface="Noto Sans KR Black" panose="020B0200000000000000" pitchFamily="50" charset="-127"/>
                    <a:ea typeface="Noto Sans KR Black"/>
                  </a:rPr>
                  <a:t>사용 도구</a:t>
                </a:r>
                <a:endParaRPr lang="ko-KR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Noto Sans KR Black" panose="020B0200000000000000" pitchFamily="50" charset="-127"/>
                  <a:ea typeface="Noto Sans KR Black" panose="020B0200000000000000" pitchFamily="50" charset="-127"/>
                </a:endParaRPr>
              </a:p>
            </p:txBody>
          </p:sp>
        </p:grpSp>
        <p:grpSp>
          <p:nvGrpSpPr>
            <p:cNvPr id="72" name="그룹 71"/>
            <p:cNvGrpSpPr/>
            <p:nvPr/>
          </p:nvGrpSpPr>
          <p:grpSpPr>
            <a:xfrm>
              <a:off x="6484511" y="1522256"/>
              <a:ext cx="2882341" cy="253686"/>
              <a:chOff x="871876" y="1625771"/>
              <a:chExt cx="2882341" cy="253686"/>
            </a:xfrm>
          </p:grpSpPr>
          <p:cxnSp>
            <p:nvCxnSpPr>
              <p:cNvPr id="79" name="직선 연결선 12">
                <a:extLst>
                  <a:ext uri="{FF2B5EF4-FFF2-40B4-BE49-F238E27FC236}">
                    <a16:creationId xmlns:a16="http://schemas.microsoft.com/office/drawing/2014/main" id="{E7B4AC09-CC08-C45E-A107-8154C86B88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1876" y="1858577"/>
                <a:ext cx="2882341" cy="0"/>
              </a:xfrm>
              <a:prstGeom prst="line">
                <a:avLst/>
              </a:prstGeom>
              <a:ln w="444500" cap="rnd">
                <a:solidFill>
                  <a:srgbClr val="373E54"/>
                </a:solidFill>
              </a:ln>
              <a:scene3d>
                <a:camera prst="orthographicFront"/>
                <a:lightRig rig="threePt" dir="t">
                  <a:rot lat="0" lon="0" rev="7800000"/>
                </a:lightRig>
              </a:scene3d>
              <a:sp3d prstMaterial="clear">
                <a:bevelT w="285750" h="13335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0" name="직사각형 43">
                <a:extLst>
                  <a:ext uri="{FF2B5EF4-FFF2-40B4-BE49-F238E27FC236}">
                    <a16:creationId xmlns:a16="http://schemas.microsoft.com/office/drawing/2014/main" id="{BCE8F01E-D21D-178B-BF1B-3E1288EDDC51}"/>
                  </a:ext>
                </a:extLst>
              </p:cNvPr>
              <p:cNvSpPr/>
              <p:nvPr/>
            </p:nvSpPr>
            <p:spPr>
              <a:xfrm>
                <a:off x="1717834" y="1625771"/>
                <a:ext cx="1190424" cy="25368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t"/>
              <a:lstStyle/>
              <a:p>
                <a:pPr algn="ctr">
                  <a:lnSpc>
                    <a:spcPct val="150000"/>
                  </a:lnSpc>
                  <a:defRPr/>
                </a:pPr>
                <a:r>
                  <a:rPr lang="ko-KR" altLang="en-US" sz="1400" b="1" dirty="0">
                    <a:solidFill>
                      <a:schemeClr val="tx1"/>
                    </a:solidFill>
                    <a:latin typeface="Noto Sans KR Black" panose="020B0200000000000000" pitchFamily="50" charset="-127"/>
                    <a:ea typeface="Noto Sans KR Black"/>
                  </a:rPr>
                  <a:t>사용 장비</a:t>
                </a:r>
                <a:endParaRPr lang="ko-KR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Noto Sans KR Black" panose="020B0200000000000000" pitchFamily="50" charset="-127"/>
                  <a:ea typeface="Noto Sans KR Black" panose="020B0200000000000000" pitchFamily="50" charset="-127"/>
                </a:endParaRPr>
              </a:p>
            </p:txBody>
          </p:sp>
        </p:grpSp>
        <p:grpSp>
          <p:nvGrpSpPr>
            <p:cNvPr id="73" name="그룹 72"/>
            <p:cNvGrpSpPr/>
            <p:nvPr/>
          </p:nvGrpSpPr>
          <p:grpSpPr>
            <a:xfrm>
              <a:off x="4386663" y="1522256"/>
              <a:ext cx="1316947" cy="253686"/>
              <a:chOff x="1358698" y="1625771"/>
              <a:chExt cx="1316947" cy="253686"/>
            </a:xfrm>
          </p:grpSpPr>
          <p:cxnSp>
            <p:nvCxnSpPr>
              <p:cNvPr id="77" name="직선 연결선 12">
                <a:extLst>
                  <a:ext uri="{FF2B5EF4-FFF2-40B4-BE49-F238E27FC236}">
                    <a16:creationId xmlns:a16="http://schemas.microsoft.com/office/drawing/2014/main" id="{E7B4AC09-CC08-C45E-A107-8154C86B88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58698" y="1858577"/>
                <a:ext cx="1316947" cy="0"/>
              </a:xfrm>
              <a:prstGeom prst="line">
                <a:avLst/>
              </a:prstGeom>
              <a:ln w="444500" cap="rnd">
                <a:solidFill>
                  <a:srgbClr val="373E54"/>
                </a:solidFill>
              </a:ln>
              <a:scene3d>
                <a:camera prst="orthographicFront"/>
                <a:lightRig rig="threePt" dir="t">
                  <a:rot lat="0" lon="0" rev="7800000"/>
                </a:lightRig>
              </a:scene3d>
              <a:sp3d prstMaterial="clear">
                <a:bevelT w="285750" h="13335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8" name="직사각형 43">
                <a:extLst>
                  <a:ext uri="{FF2B5EF4-FFF2-40B4-BE49-F238E27FC236}">
                    <a16:creationId xmlns:a16="http://schemas.microsoft.com/office/drawing/2014/main" id="{BCE8F01E-D21D-178B-BF1B-3E1288EDDC51}"/>
                  </a:ext>
                </a:extLst>
              </p:cNvPr>
              <p:cNvSpPr/>
              <p:nvPr/>
            </p:nvSpPr>
            <p:spPr>
              <a:xfrm>
                <a:off x="1421959" y="1625771"/>
                <a:ext cx="1190424" cy="25368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t"/>
              <a:lstStyle/>
              <a:p>
                <a:pPr algn="ctr">
                  <a:lnSpc>
                    <a:spcPct val="150000"/>
                  </a:lnSpc>
                  <a:defRPr/>
                </a:pPr>
                <a:r>
                  <a:rPr lang="ko-KR" alt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Noto Sans KR Black" panose="020B0200000000000000" pitchFamily="50" charset="-127"/>
                    <a:ea typeface="Noto Sans KR Black" panose="020B0200000000000000" pitchFamily="50" charset="-127"/>
                  </a:rPr>
                  <a:t>협업 도구</a:t>
                </a:r>
              </a:p>
            </p:txBody>
          </p:sp>
        </p:grpSp>
        <p:grpSp>
          <p:nvGrpSpPr>
            <p:cNvPr id="74" name="그룹 73"/>
            <p:cNvGrpSpPr/>
            <p:nvPr/>
          </p:nvGrpSpPr>
          <p:grpSpPr>
            <a:xfrm>
              <a:off x="10147752" y="1522256"/>
              <a:ext cx="1316947" cy="253686"/>
              <a:chOff x="1358698" y="1625771"/>
              <a:chExt cx="1316947" cy="253686"/>
            </a:xfrm>
          </p:grpSpPr>
          <p:cxnSp>
            <p:nvCxnSpPr>
              <p:cNvPr id="75" name="직선 연결선 12">
                <a:extLst>
                  <a:ext uri="{FF2B5EF4-FFF2-40B4-BE49-F238E27FC236}">
                    <a16:creationId xmlns:a16="http://schemas.microsoft.com/office/drawing/2014/main" id="{E7B4AC09-CC08-C45E-A107-8154C86B88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58698" y="1858577"/>
                <a:ext cx="1316947" cy="0"/>
              </a:xfrm>
              <a:prstGeom prst="line">
                <a:avLst/>
              </a:prstGeom>
              <a:ln w="444500" cap="rnd">
                <a:solidFill>
                  <a:srgbClr val="373E54"/>
                </a:solidFill>
              </a:ln>
              <a:scene3d>
                <a:camera prst="orthographicFront"/>
                <a:lightRig rig="threePt" dir="t">
                  <a:rot lat="0" lon="0" rev="7800000"/>
                </a:lightRig>
              </a:scene3d>
              <a:sp3d prstMaterial="clear">
                <a:bevelT w="285750" h="13335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6" name="직사각형 43">
                <a:extLst>
                  <a:ext uri="{FF2B5EF4-FFF2-40B4-BE49-F238E27FC236}">
                    <a16:creationId xmlns:a16="http://schemas.microsoft.com/office/drawing/2014/main" id="{BCE8F01E-D21D-178B-BF1B-3E1288EDDC51}"/>
                  </a:ext>
                </a:extLst>
              </p:cNvPr>
              <p:cNvSpPr/>
              <p:nvPr/>
            </p:nvSpPr>
            <p:spPr>
              <a:xfrm>
                <a:off x="1421959" y="1625771"/>
                <a:ext cx="1190424" cy="25368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t"/>
              <a:lstStyle/>
              <a:p>
                <a:pPr algn="ctr">
                  <a:lnSpc>
                    <a:spcPct val="150000"/>
                  </a:lnSpc>
                  <a:defRPr/>
                </a:pPr>
                <a:r>
                  <a:rPr lang="ko-KR" alt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Noto Sans KR Black" panose="020B0200000000000000" pitchFamily="50" charset="-127"/>
                    <a:ea typeface="Noto Sans KR Black" panose="020B0200000000000000" pitchFamily="50" charset="-127"/>
                  </a:rPr>
                  <a:t>협업 도구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735017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프로젝트 기간</a:t>
            </a:r>
          </a:p>
        </p:txBody>
      </p:sp>
      <p:graphicFrame>
        <p:nvGraphicFramePr>
          <p:cNvPr id="83" name="Table 2">
            <a:extLst>
              <a:ext uri="{FF2B5EF4-FFF2-40B4-BE49-F238E27FC236}">
                <a16:creationId xmlns:a16="http://schemas.microsoft.com/office/drawing/2014/main" id="{2501B27E-863C-3A2E-46B0-4C77225214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4019233"/>
              </p:ext>
            </p:extLst>
          </p:nvPr>
        </p:nvGraphicFramePr>
        <p:xfrm>
          <a:off x="781474" y="1181983"/>
          <a:ext cx="10629052" cy="5486400"/>
        </p:xfrm>
        <a:graphic>
          <a:graphicData uri="http://schemas.openxmlformats.org/drawingml/2006/table">
            <a:tbl>
              <a:tblPr firstRow="1" bandRow="1"/>
              <a:tblGrid>
                <a:gridCol w="1193187">
                  <a:extLst>
                    <a:ext uri="{9D8B030D-6E8A-4147-A177-3AD203B41FA5}">
                      <a16:colId xmlns:a16="http://schemas.microsoft.com/office/drawing/2014/main" val="188918969"/>
                    </a:ext>
                  </a:extLst>
                </a:gridCol>
                <a:gridCol w="1500639">
                  <a:extLst>
                    <a:ext uri="{9D8B030D-6E8A-4147-A177-3AD203B41FA5}">
                      <a16:colId xmlns:a16="http://schemas.microsoft.com/office/drawing/2014/main" val="572493616"/>
                    </a:ext>
                  </a:extLst>
                </a:gridCol>
                <a:gridCol w="492713">
                  <a:extLst>
                    <a:ext uri="{9D8B030D-6E8A-4147-A177-3AD203B41FA5}">
                      <a16:colId xmlns:a16="http://schemas.microsoft.com/office/drawing/2014/main" val="4059767035"/>
                    </a:ext>
                  </a:extLst>
                </a:gridCol>
                <a:gridCol w="492713">
                  <a:extLst>
                    <a:ext uri="{9D8B030D-6E8A-4147-A177-3AD203B41FA5}">
                      <a16:colId xmlns:a16="http://schemas.microsoft.com/office/drawing/2014/main" val="2125047548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791811618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2294885681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2087453136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1205369319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1935145330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166646175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2630951190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1227526736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4084182589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646954815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4127782891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1958124729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1663326944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1549527675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1608338716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1809450674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1124779191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2232976338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3972722062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1512363533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2887725972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2456463912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4063283785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2101682188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3477212832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2840986519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173254291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4191870821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2215086584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1833793984"/>
                    </a:ext>
                  </a:extLst>
                </a:gridCol>
              </a:tblGrid>
              <a:tr h="34749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Task</a:t>
                      </a:r>
                    </a:p>
                  </a:txBody>
                  <a:tcPr anchor="ctr">
                    <a:solidFill>
                      <a:srgbClr val="373E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Start</a:t>
                      </a:r>
                    </a:p>
                  </a:txBody>
                  <a:tcPr anchor="ctr">
                    <a:solidFill>
                      <a:srgbClr val="373E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End</a:t>
                      </a:r>
                    </a:p>
                  </a:txBody>
                  <a:tcPr anchor="ctr">
                    <a:solidFill>
                      <a:srgbClr val="373E54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1w</a:t>
                      </a:r>
                    </a:p>
                  </a:txBody>
                  <a:tcPr anchor="ctr">
                    <a:solidFill>
                      <a:srgbClr val="373E5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2w</a:t>
                      </a:r>
                    </a:p>
                  </a:txBody>
                  <a:tcPr anchor="ctr">
                    <a:solidFill>
                      <a:srgbClr val="373E5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3w</a:t>
                      </a:r>
                    </a:p>
                  </a:txBody>
                  <a:tcPr anchor="ctr">
                    <a:solidFill>
                      <a:srgbClr val="373E5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4w</a:t>
                      </a:r>
                    </a:p>
                  </a:txBody>
                  <a:tcPr anchor="ctr">
                    <a:solidFill>
                      <a:srgbClr val="373E5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5w</a:t>
                      </a:r>
                    </a:p>
                  </a:txBody>
                  <a:tcPr anchor="ctr">
                    <a:solidFill>
                      <a:srgbClr val="373E5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6w</a:t>
                      </a:r>
                    </a:p>
                  </a:txBody>
                  <a:tcPr anchor="ctr">
                    <a:solidFill>
                      <a:srgbClr val="373E5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6380257"/>
                  </a:ext>
                </a:extLst>
              </a:tr>
              <a:tr h="365760">
                <a:tc rowSpan="3"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latin typeface="Noto Sans KR"/>
                          <a:ea typeface="Noto Sans KR" panose="020B0200000000000000" pitchFamily="50" charset="-127"/>
                        </a:rPr>
                        <a:t>프로젝트</a:t>
                      </a:r>
                      <a:br>
                        <a:rPr lang="en-US" altLang="ko-KR" sz="1200" b="1" dirty="0">
                          <a:solidFill>
                            <a:srgbClr val="FFFFFF"/>
                          </a:solidFill>
                          <a:latin typeface="Noto Sans KR"/>
                          <a:ea typeface="Noto Sans KR" panose="020B0200000000000000" pitchFamily="50" charset="-127"/>
                        </a:rPr>
                      </a:br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latin typeface="Noto Sans KR"/>
                          <a:ea typeface="Noto Sans KR" panose="020B0200000000000000" pitchFamily="50" charset="-127"/>
                        </a:rPr>
                        <a:t>관리</a:t>
                      </a:r>
                      <a:endParaRPr lang="en-US" altLang="ko-KR" sz="1200" b="1">
                        <a:solidFill>
                          <a:schemeClr val="bg1"/>
                        </a:solidFill>
                        <a:latin typeface="Noto Sans KR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rgbClr val="373E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>제안서 작성</a:t>
                      </a:r>
                      <a:endParaRPr lang="en-US" altLang="ko-KR" sz="900" b="1" dirty="0">
                        <a:latin typeface="Noto Sans KR Medium" panose="020B0200000000000000" pitchFamily="50" charset="-127"/>
                        <a:ea typeface="Noto Sans KR Medium"/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8338445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>일정 수립</a:t>
                      </a:r>
                      <a:endParaRPr lang="en-US" sz="900" b="1" dirty="0">
                        <a:latin typeface="Noto Sans KR Medium" panose="020B0200000000000000" pitchFamily="50" charset="-127"/>
                        <a:ea typeface="Noto Sans KR Medium"/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1747376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>킥 오프 미팅</a:t>
                      </a:r>
                      <a:endParaRPr lang="en-US" sz="900" b="1" dirty="0">
                        <a:latin typeface="Noto Sans KR Medium" panose="020B0200000000000000" pitchFamily="50" charset="-127"/>
                        <a:ea typeface="Noto Sans KR Medium"/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775758"/>
                  </a:ext>
                </a:extLst>
              </a:tr>
              <a:tr h="365760">
                <a:tc rowSpan="3"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latin typeface="Noto Sans KR"/>
                          <a:ea typeface="Noto Sans KR" panose="020B0200000000000000" pitchFamily="50" charset="-127"/>
                        </a:rPr>
                        <a:t>취약점 분석 및 평가</a:t>
                      </a:r>
                      <a:endParaRPr lang="en-US" sz="1200" b="1">
                        <a:solidFill>
                          <a:schemeClr val="bg1"/>
                        </a:solidFill>
                        <a:latin typeface="Noto Sans KR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rgbClr val="373E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>취약점 점검대상 식별 및 분류</a:t>
                      </a:r>
                      <a:endParaRPr lang="en-US" altLang="ko-KR" sz="900" b="1" dirty="0">
                        <a:latin typeface="Noto Sans KR Medium" panose="020B0200000000000000" pitchFamily="50" charset="-127"/>
                        <a:ea typeface="Noto Sans KR Medium"/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8101688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>취약점 본 점검 수행</a:t>
                      </a:r>
                      <a:endParaRPr lang="en-US" sz="900" b="1" dirty="0">
                        <a:latin typeface="Noto Sans KR Medium" panose="020B0200000000000000" pitchFamily="50" charset="-127"/>
                        <a:ea typeface="Noto Sans KR Medium"/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8687864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>취약점 위험 분석</a:t>
                      </a:r>
                      <a:br>
                        <a:rPr lang="en-US" altLang="ko-KR" sz="900" b="1" dirty="0">
                          <a:latin typeface="Noto Sans KR Medium" panose="020B0200000000000000" pitchFamily="50" charset="-127"/>
                          <a:ea typeface="Noto Sans KR Medium"/>
                        </a:rPr>
                      </a:br>
                      <a:r>
                        <a:rPr lang="ko-KR" altLang="en-US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>평가 수행</a:t>
                      </a:r>
                      <a:endParaRPr lang="en-US" altLang="ko-KR" sz="900" b="1" dirty="0">
                        <a:latin typeface="Noto Sans KR Medium" panose="020B0200000000000000" pitchFamily="50" charset="-127"/>
                        <a:ea typeface="Noto Sans KR Medium"/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0193958"/>
                  </a:ext>
                </a:extLst>
              </a:tr>
              <a:tr h="365760">
                <a:tc rowSpan="3"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latin typeface="Noto Sans KR"/>
                          <a:ea typeface="Noto Sans KR" panose="020B0200000000000000" pitchFamily="50" charset="-127"/>
                        </a:rPr>
                        <a:t>보안대책 </a:t>
                      </a:r>
                      <a:br>
                        <a:rPr lang="en-US" altLang="ko-KR" sz="1200" b="1" dirty="0">
                          <a:solidFill>
                            <a:srgbClr val="FFFFFF"/>
                          </a:solidFill>
                          <a:latin typeface="Noto Sans KR"/>
                          <a:ea typeface="Noto Sans KR" panose="020B0200000000000000" pitchFamily="50" charset="-127"/>
                        </a:rPr>
                      </a:br>
                      <a:r>
                        <a:rPr lang="ko-KR" altLang="en-US" sz="1200" b="1">
                          <a:solidFill>
                            <a:schemeClr val="bg1"/>
                          </a:solidFill>
                          <a:latin typeface="Noto Sans KR"/>
                          <a:ea typeface="Noto Sans KR" panose="020B0200000000000000" pitchFamily="50" charset="-127"/>
                        </a:rPr>
                        <a:t>수립 및 조치지원</a:t>
                      </a:r>
                      <a:endParaRPr lang="en-US" sz="1200" b="1">
                        <a:solidFill>
                          <a:schemeClr val="bg1"/>
                        </a:solidFill>
                        <a:latin typeface="Noto Sans KR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rgbClr val="373E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>취약점 개선 방안 도출</a:t>
                      </a:r>
                      <a:endParaRPr lang="en-US" sz="900" b="1" dirty="0">
                        <a:latin typeface="Noto Sans KR Medium" panose="020B0200000000000000" pitchFamily="50" charset="-127"/>
                        <a:ea typeface="Noto Sans KR Medium"/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4823865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>인프라 구성 및 </a:t>
                      </a:r>
                      <a:br>
                        <a:rPr lang="en-US" altLang="ko-KR" sz="900" b="1" dirty="0">
                          <a:latin typeface="Noto Sans KR Medium" panose="020B0200000000000000" pitchFamily="50" charset="-127"/>
                          <a:ea typeface="Noto Sans KR Medium"/>
                        </a:rPr>
                      </a:br>
                      <a:r>
                        <a:rPr lang="ko-KR" altLang="en-US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>시스템 구축</a:t>
                      </a:r>
                      <a:r>
                        <a:rPr lang="en-US" altLang="ko-KR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>(</a:t>
                      </a:r>
                      <a:r>
                        <a:rPr lang="ko-KR" altLang="en-US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>보안설정</a:t>
                      </a:r>
                      <a:r>
                        <a:rPr lang="en-US" altLang="ko-KR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>)</a:t>
                      </a:r>
                      <a:endParaRPr lang="en-US" sz="900" b="1" dirty="0">
                        <a:latin typeface="Noto Sans KR Medium" panose="020B0200000000000000" pitchFamily="50" charset="-127"/>
                        <a:ea typeface="Noto Sans KR Medium"/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1300045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>인프라 취약점 </a:t>
                      </a:r>
                      <a:br>
                        <a:rPr lang="en-US" altLang="ko-KR" sz="900" b="1" dirty="0">
                          <a:latin typeface="Noto Sans KR Medium" panose="020B0200000000000000" pitchFamily="50" charset="-127"/>
                          <a:ea typeface="Noto Sans KR Medium"/>
                        </a:rPr>
                      </a:br>
                      <a:r>
                        <a:rPr lang="ko-KR" altLang="en-US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>이행점검 수행</a:t>
                      </a:r>
                      <a:endParaRPr lang="en-US" sz="900" b="1" dirty="0">
                        <a:latin typeface="Noto Sans KR Medium" panose="020B0200000000000000" pitchFamily="50" charset="-127"/>
                        <a:ea typeface="Noto Sans KR Medium"/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6262336"/>
                  </a:ext>
                </a:extLst>
              </a:tr>
              <a:tr h="365760">
                <a:tc rowSpan="3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 b="1" err="1">
                          <a:solidFill>
                            <a:schemeClr val="bg1"/>
                          </a:solidFill>
                          <a:latin typeface="Noto Sans KR"/>
                          <a:ea typeface="Noto Sans KR" panose="020B0200000000000000" pitchFamily="50" charset="-127"/>
                        </a:rPr>
                        <a:t>모의해킹</a:t>
                      </a:r>
                      <a:endParaRPr lang="en-US" sz="1200" b="1">
                        <a:solidFill>
                          <a:schemeClr val="bg1"/>
                        </a:solidFill>
                        <a:latin typeface="Noto Sans KR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rgbClr val="373E5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900" b="1" dirty="0" err="1">
                          <a:latin typeface="Noto Sans KR Medium" panose="020B0200000000000000" pitchFamily="50" charset="-127"/>
                          <a:ea typeface="Noto Sans KR Medium"/>
                        </a:rPr>
                        <a:t>모의해킹</a:t>
                      </a:r>
                      <a:endParaRPr lang="en-US" sz="900" b="1" dirty="0">
                        <a:latin typeface="Noto Sans KR Medium" panose="020B0200000000000000" pitchFamily="50" charset="-127"/>
                        <a:ea typeface="Noto Sans KR Medium"/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59863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900" b="1" dirty="0" err="1">
                          <a:latin typeface="Noto Sans KR Medium" panose="020B0200000000000000" pitchFamily="50" charset="-127"/>
                          <a:ea typeface="Noto Sans KR Medium"/>
                        </a:rPr>
                        <a:t>모의해킹</a:t>
                      </a:r>
                      <a:r>
                        <a:rPr lang="ko-KR" altLang="en-US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> 보안설정</a:t>
                      </a:r>
                      <a:endParaRPr lang="en-US" sz="900" b="1" dirty="0">
                        <a:latin typeface="Noto Sans KR Medium" panose="020B0200000000000000" pitchFamily="50" charset="-127"/>
                        <a:ea typeface="Noto Sans KR Medium"/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7855558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900" b="1" dirty="0" err="1">
                          <a:latin typeface="Noto Sans KR Medium" panose="020B0200000000000000" pitchFamily="50" charset="-127"/>
                          <a:ea typeface="Noto Sans KR Medium"/>
                        </a:rPr>
                        <a:t>모의해킹</a:t>
                      </a:r>
                      <a:r>
                        <a:rPr lang="ko-KR" altLang="en-US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> 이행점검 수행</a:t>
                      </a:r>
                      <a:endParaRPr lang="en-US" sz="900" b="1" dirty="0">
                        <a:latin typeface="Noto Sans KR Medium" panose="020B0200000000000000" pitchFamily="50" charset="-127"/>
                        <a:ea typeface="Noto Sans KR Medium"/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1819728"/>
                  </a:ext>
                </a:extLst>
              </a:tr>
              <a:tr h="365760">
                <a:tc row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latin typeface="Noto Sans KR"/>
                          <a:ea typeface="Noto Sans KR" panose="020B0200000000000000" pitchFamily="50" charset="-127"/>
                        </a:rPr>
                        <a:t>문서화 </a:t>
                      </a:r>
                      <a:br>
                        <a:rPr lang="en-US" altLang="ko-KR" sz="1200" b="1" dirty="0">
                          <a:solidFill>
                            <a:srgbClr val="FFFFFF"/>
                          </a:solidFill>
                          <a:latin typeface="Noto Sans KR"/>
                          <a:ea typeface="Noto Sans KR" panose="020B0200000000000000" pitchFamily="50" charset="-127"/>
                        </a:rPr>
                      </a:br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latin typeface="Noto Sans KR"/>
                          <a:ea typeface="Noto Sans KR" panose="020B0200000000000000" pitchFamily="50" charset="-127"/>
                        </a:rPr>
                        <a:t>및 보고</a:t>
                      </a:r>
                      <a:endParaRPr lang="en-US" sz="1200" b="1">
                        <a:solidFill>
                          <a:schemeClr val="bg1"/>
                        </a:solidFill>
                        <a:latin typeface="Noto Sans KR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rgbClr val="373E5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>문서화 작업</a:t>
                      </a:r>
                      <a:endParaRPr lang="en-US" sz="900" b="1" dirty="0">
                        <a:latin typeface="Noto Sans KR Medium" panose="020B0200000000000000" pitchFamily="50" charset="-127"/>
                        <a:ea typeface="Noto Sans KR Medium"/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9838073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>최종 보고</a:t>
                      </a:r>
                      <a:endParaRPr lang="en-US" sz="900" b="1" dirty="0">
                        <a:latin typeface="Noto Sans KR Medium" panose="020B0200000000000000" pitchFamily="50" charset="-127"/>
                        <a:ea typeface="Noto Sans KR Medium"/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9932793"/>
                  </a:ext>
                </a:extLst>
              </a:tr>
            </a:tbl>
          </a:graphicData>
        </a:graphic>
      </p:graphicFrame>
      <p:sp>
        <p:nvSpPr>
          <p:cNvPr id="84" name="직사각형 82">
            <a:extLst>
              <a:ext uri="{FF2B5EF4-FFF2-40B4-BE49-F238E27FC236}">
                <a16:creationId xmlns:a16="http://schemas.microsoft.com/office/drawing/2014/main" id="{CADB470B-A935-81D0-EBD8-A9758250F3A8}"/>
              </a:ext>
            </a:extLst>
          </p:cNvPr>
          <p:cNvSpPr/>
          <p:nvPr/>
        </p:nvSpPr>
        <p:spPr>
          <a:xfrm>
            <a:off x="8211126" y="607579"/>
            <a:ext cx="3199399" cy="2405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>
              <a:lnSpc>
                <a:spcPct val="150000"/>
              </a:lnSpc>
              <a:defRPr/>
            </a:pPr>
            <a:r>
              <a:rPr lang="ko-KR" altLang="en-US" sz="1100" b="1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/>
              </a:rPr>
              <a:t>총 수행 기간 : 2026.06.00 ~ 2026.07.00 (총 00일)</a:t>
            </a:r>
          </a:p>
        </p:txBody>
      </p:sp>
    </p:spTree>
    <p:extLst>
      <p:ext uri="{BB962C8B-B14F-4D97-AF65-F5344CB8AC3E}">
        <p14:creationId xmlns:p14="http://schemas.microsoft.com/office/powerpoint/2010/main" val="13687863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 err="1"/>
              <a:t>수행인력</a:t>
            </a:r>
            <a:endParaRPr lang="ko-KR" altLang="en-US" dirty="0"/>
          </a:p>
        </p:txBody>
      </p:sp>
      <p:grpSp>
        <p:nvGrpSpPr>
          <p:cNvPr id="5" name="그룹 4"/>
          <p:cNvGrpSpPr/>
          <p:nvPr/>
        </p:nvGrpSpPr>
        <p:grpSpPr>
          <a:xfrm>
            <a:off x="632809" y="2483393"/>
            <a:ext cx="1706508" cy="3690459"/>
            <a:chOff x="632809" y="2483393"/>
            <a:chExt cx="1706508" cy="3690459"/>
          </a:xfrm>
        </p:grpSpPr>
        <p:sp>
          <p:nvSpPr>
            <p:cNvPr id="6" name="직사각형 82">
              <a:extLst>
                <a:ext uri="{FF2B5EF4-FFF2-40B4-BE49-F238E27FC236}">
                  <a16:creationId xmlns:a16="http://schemas.microsoft.com/office/drawing/2014/main" id="{9C249F7E-AD78-F3FB-FB3C-F95D89F24303}"/>
                </a:ext>
              </a:extLst>
            </p:cNvPr>
            <p:cNvSpPr/>
            <p:nvPr/>
          </p:nvSpPr>
          <p:spPr>
            <a:xfrm>
              <a:off x="632809" y="3378329"/>
              <a:ext cx="1706508" cy="279552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marL="285750" indent="-285750">
                <a:lnSpc>
                  <a:spcPct val="150000"/>
                </a:lnSpc>
                <a:buFont typeface="Arial"/>
                <a:buChar char="•"/>
                <a:defRPr/>
              </a:pPr>
              <a:r>
                <a:rPr lang="ko-KR" altLang="en-US" sz="1300" b="1" dirty="0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/>
                </a:rPr>
                <a:t>팀원들</a:t>
              </a:r>
            </a:p>
            <a:p>
              <a:pPr marL="285750" indent="-285750">
                <a:lnSpc>
                  <a:spcPct val="150000"/>
                </a:lnSpc>
                <a:buFont typeface="Arial"/>
                <a:buChar char="•"/>
                <a:defRPr/>
              </a:pPr>
              <a:r>
                <a:rPr lang="ko-KR" altLang="en-US" sz="1300" b="1" dirty="0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/>
                </a:rPr>
                <a:t>각자가</a:t>
              </a:r>
            </a:p>
            <a:p>
              <a:pPr marL="285750" indent="-285750">
                <a:lnSpc>
                  <a:spcPct val="150000"/>
                </a:lnSpc>
                <a:buFont typeface="Arial"/>
                <a:buChar char="•"/>
                <a:defRPr/>
              </a:pPr>
              <a:r>
                <a:rPr lang="ko-KR" altLang="en-US" sz="1300" b="1" dirty="0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/>
                </a:rPr>
                <a:t>작성 예정 </a:t>
              </a:r>
            </a:p>
            <a:p>
              <a:pPr marL="285750" indent="-285750">
                <a:lnSpc>
                  <a:spcPct val="150000"/>
                </a:lnSpc>
                <a:buFont typeface="Arial"/>
                <a:buChar char="•"/>
                <a:defRPr/>
              </a:pPr>
              <a:r>
                <a:rPr lang="ko-KR" altLang="en-US" sz="1300" b="1" dirty="0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/>
                </a:rPr>
                <a:t>입니다.</a:t>
              </a:r>
            </a:p>
          </p:txBody>
        </p:sp>
        <p:grpSp>
          <p:nvGrpSpPr>
            <p:cNvPr id="7" name="그룹 6"/>
            <p:cNvGrpSpPr/>
            <p:nvPr/>
          </p:nvGrpSpPr>
          <p:grpSpPr>
            <a:xfrm>
              <a:off x="789833" y="2483393"/>
              <a:ext cx="1392461" cy="253686"/>
              <a:chOff x="871876" y="1625771"/>
              <a:chExt cx="1392461" cy="253686"/>
            </a:xfrm>
          </p:grpSpPr>
          <p:cxnSp>
            <p:nvCxnSpPr>
              <p:cNvPr id="8" name="직선 연결선 12">
                <a:extLst>
                  <a:ext uri="{FF2B5EF4-FFF2-40B4-BE49-F238E27FC236}">
                    <a16:creationId xmlns:a16="http://schemas.microsoft.com/office/drawing/2014/main" id="{E7B4AC09-CC08-C45E-A107-8154C86B88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1876" y="1858577"/>
                <a:ext cx="1392461" cy="0"/>
              </a:xfrm>
              <a:prstGeom prst="line">
                <a:avLst/>
              </a:prstGeom>
              <a:ln w="444500" cap="rnd">
                <a:solidFill>
                  <a:srgbClr val="373E54"/>
                </a:solidFill>
              </a:ln>
              <a:scene3d>
                <a:camera prst="orthographicFront"/>
                <a:lightRig rig="threePt" dir="t">
                  <a:rot lat="0" lon="0" rev="7800000"/>
                </a:lightRig>
              </a:scene3d>
              <a:sp3d prstMaterial="clear">
                <a:bevelT w="285750" h="13335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직사각형 43">
                <a:extLst>
                  <a:ext uri="{FF2B5EF4-FFF2-40B4-BE49-F238E27FC236}">
                    <a16:creationId xmlns:a16="http://schemas.microsoft.com/office/drawing/2014/main" id="{BCE8F01E-D21D-178B-BF1B-3E1288EDDC51}"/>
                  </a:ext>
                </a:extLst>
              </p:cNvPr>
              <p:cNvSpPr/>
              <p:nvPr/>
            </p:nvSpPr>
            <p:spPr>
              <a:xfrm>
                <a:off x="972894" y="1625771"/>
                <a:ext cx="1190424" cy="25368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t"/>
              <a:lstStyle/>
              <a:p>
                <a:pPr algn="ctr">
                  <a:lnSpc>
                    <a:spcPct val="150000"/>
                  </a:lnSpc>
                  <a:defRPr/>
                </a:pPr>
                <a:r>
                  <a:rPr lang="ko-KR" altLang="en-US" sz="1400" b="1" dirty="0" err="1">
                    <a:solidFill>
                      <a:schemeClr val="tx1"/>
                    </a:solidFill>
                    <a:latin typeface="Noto Sans KR Black" panose="020B0200000000000000" pitchFamily="50" charset="-127"/>
                    <a:ea typeface="Noto Sans KR Black"/>
                  </a:rPr>
                  <a:t>서서울</a:t>
                </a:r>
                <a:r>
                  <a:rPr lang="ko-KR" altLang="en-US" sz="1400" b="1" dirty="0">
                    <a:solidFill>
                      <a:schemeClr val="tx1"/>
                    </a:solidFill>
                    <a:latin typeface="Noto Sans KR Black" panose="020B0200000000000000" pitchFamily="50" charset="-127"/>
                    <a:ea typeface="Noto Sans KR Black"/>
                  </a:rPr>
                  <a:t> (PM)</a:t>
                </a:r>
                <a:endParaRPr lang="ko-KR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Noto Sans KR Black" panose="020B0200000000000000" pitchFamily="50" charset="-127"/>
                  <a:ea typeface="Noto Sans KR Black" panose="020B0200000000000000" pitchFamily="50" charset="-127"/>
                </a:endParaRPr>
              </a:p>
            </p:txBody>
          </p:sp>
        </p:grpSp>
      </p:grpSp>
      <p:grpSp>
        <p:nvGrpSpPr>
          <p:cNvPr id="10" name="그룹 9"/>
          <p:cNvGrpSpPr/>
          <p:nvPr/>
        </p:nvGrpSpPr>
        <p:grpSpPr>
          <a:xfrm>
            <a:off x="2907347" y="2483393"/>
            <a:ext cx="1706508" cy="3690459"/>
            <a:chOff x="2684097" y="2483393"/>
            <a:chExt cx="1706508" cy="3690459"/>
          </a:xfrm>
        </p:grpSpPr>
        <p:grpSp>
          <p:nvGrpSpPr>
            <p:cNvPr id="11" name="그룹 10"/>
            <p:cNvGrpSpPr/>
            <p:nvPr/>
          </p:nvGrpSpPr>
          <p:grpSpPr>
            <a:xfrm>
              <a:off x="2841121" y="2483393"/>
              <a:ext cx="1392461" cy="253686"/>
              <a:chOff x="871876" y="1625771"/>
              <a:chExt cx="1392461" cy="253686"/>
            </a:xfrm>
          </p:grpSpPr>
          <p:cxnSp>
            <p:nvCxnSpPr>
              <p:cNvPr id="13" name="직선 연결선 12">
                <a:extLst>
                  <a:ext uri="{FF2B5EF4-FFF2-40B4-BE49-F238E27FC236}">
                    <a16:creationId xmlns:a16="http://schemas.microsoft.com/office/drawing/2014/main" id="{E7B4AC09-CC08-C45E-A107-8154C86B88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1876" y="1858577"/>
                <a:ext cx="1392461" cy="0"/>
              </a:xfrm>
              <a:prstGeom prst="line">
                <a:avLst/>
              </a:prstGeom>
              <a:ln w="444500" cap="rnd">
                <a:solidFill>
                  <a:srgbClr val="373E54"/>
                </a:solidFill>
              </a:ln>
              <a:scene3d>
                <a:camera prst="orthographicFront"/>
                <a:lightRig rig="threePt" dir="t">
                  <a:rot lat="0" lon="0" rev="7800000"/>
                </a:lightRig>
              </a:scene3d>
              <a:sp3d prstMaterial="clear">
                <a:bevelT w="285750" h="13335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직사각형 43">
                <a:extLst>
                  <a:ext uri="{FF2B5EF4-FFF2-40B4-BE49-F238E27FC236}">
                    <a16:creationId xmlns:a16="http://schemas.microsoft.com/office/drawing/2014/main" id="{BCE8F01E-D21D-178B-BF1B-3E1288EDDC51}"/>
                  </a:ext>
                </a:extLst>
              </p:cNvPr>
              <p:cNvSpPr/>
              <p:nvPr/>
            </p:nvSpPr>
            <p:spPr>
              <a:xfrm>
                <a:off x="972894" y="1625771"/>
                <a:ext cx="1190424" cy="25368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t"/>
              <a:lstStyle/>
              <a:p>
                <a:pPr algn="ctr">
                  <a:lnSpc>
                    <a:spcPct val="150000"/>
                  </a:lnSpc>
                  <a:defRPr/>
                </a:pPr>
                <a:r>
                  <a:rPr lang="ko-KR" altLang="en-US" sz="1400" b="1" dirty="0" err="1">
                    <a:solidFill>
                      <a:schemeClr val="tx1"/>
                    </a:solidFill>
                    <a:latin typeface="Noto Sans KR Black" panose="020B0200000000000000" pitchFamily="50" charset="-127"/>
                    <a:ea typeface="Noto Sans KR Black"/>
                  </a:rPr>
                  <a:t>윤철민</a:t>
                </a:r>
                <a:r>
                  <a:rPr lang="ko-KR" altLang="en-US" sz="1400" b="1" dirty="0">
                    <a:solidFill>
                      <a:schemeClr val="tx1"/>
                    </a:solidFill>
                    <a:latin typeface="Noto Sans KR Black" panose="020B0200000000000000" pitchFamily="50" charset="-127"/>
                    <a:ea typeface="Noto Sans KR Black"/>
                  </a:rPr>
                  <a:t> (</a:t>
                </a:r>
                <a:r>
                  <a:rPr lang="ko-KR" altLang="en-US" sz="1400" b="1" dirty="0" err="1">
                    <a:solidFill>
                      <a:schemeClr val="tx1"/>
                    </a:solidFill>
                    <a:latin typeface="Noto Sans KR Black" panose="020B0200000000000000" pitchFamily="50" charset="-127"/>
                    <a:ea typeface="Noto Sans KR Black"/>
                  </a:rPr>
                  <a:t>P</a:t>
                </a:r>
                <a:r>
                  <a:rPr lang="en-US" altLang="ko-KR" sz="1400" b="1" dirty="0">
                    <a:solidFill>
                      <a:schemeClr val="tx1"/>
                    </a:solidFill>
                    <a:latin typeface="Noto Sans KR Black" panose="020B0200000000000000" pitchFamily="50" charset="-127"/>
                    <a:ea typeface="Noto Sans KR Black"/>
                  </a:rPr>
                  <a:t>L</a:t>
                </a:r>
                <a:r>
                  <a:rPr lang="ko-KR" altLang="en-US" sz="1400" b="1" dirty="0">
                    <a:solidFill>
                      <a:schemeClr val="tx1"/>
                    </a:solidFill>
                    <a:latin typeface="Noto Sans KR Black" panose="020B0200000000000000" pitchFamily="50" charset="-127"/>
                    <a:ea typeface="Noto Sans KR Black"/>
                  </a:rPr>
                  <a:t>)</a:t>
                </a:r>
                <a:endParaRPr lang="ko-KR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Noto Sans KR Black" panose="020B0200000000000000" pitchFamily="50" charset="-127"/>
                  <a:ea typeface="Noto Sans KR Black" panose="020B0200000000000000" pitchFamily="50" charset="-127"/>
                </a:endParaRPr>
              </a:p>
            </p:txBody>
          </p:sp>
        </p:grpSp>
        <p:sp>
          <p:nvSpPr>
            <p:cNvPr id="12" name="직사각형 82">
              <a:extLst>
                <a:ext uri="{FF2B5EF4-FFF2-40B4-BE49-F238E27FC236}">
                  <a16:creationId xmlns:a16="http://schemas.microsoft.com/office/drawing/2014/main" id="{9C249F7E-AD78-F3FB-FB3C-F95D89F24303}"/>
                </a:ext>
              </a:extLst>
            </p:cNvPr>
            <p:cNvSpPr/>
            <p:nvPr/>
          </p:nvSpPr>
          <p:spPr>
            <a:xfrm>
              <a:off x="2684097" y="3378329"/>
              <a:ext cx="1706508" cy="279552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marL="285750" indent="-285750">
                <a:lnSpc>
                  <a:spcPct val="150000"/>
                </a:lnSpc>
                <a:buFont typeface="Arial"/>
                <a:buChar char="•"/>
                <a:defRPr/>
              </a:pPr>
              <a:r>
                <a:rPr lang="ko-KR" altLang="en-US" sz="1300" b="1" dirty="0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/>
                </a:rPr>
                <a:t>팀원들</a:t>
              </a:r>
            </a:p>
            <a:p>
              <a:pPr marL="285750" indent="-285750">
                <a:lnSpc>
                  <a:spcPct val="150000"/>
                </a:lnSpc>
                <a:buFont typeface="Arial"/>
                <a:buChar char="•"/>
                <a:defRPr/>
              </a:pPr>
              <a:r>
                <a:rPr lang="ko-KR" altLang="en-US" sz="1300" b="1" dirty="0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/>
                </a:rPr>
                <a:t>각자가</a:t>
              </a:r>
            </a:p>
            <a:p>
              <a:pPr marL="285750" indent="-285750">
                <a:lnSpc>
                  <a:spcPct val="150000"/>
                </a:lnSpc>
                <a:buFont typeface="Arial"/>
                <a:buChar char="•"/>
                <a:defRPr/>
              </a:pPr>
              <a:r>
                <a:rPr lang="ko-KR" altLang="en-US" sz="1300" b="1" dirty="0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/>
                </a:rPr>
                <a:t>작성 예정 </a:t>
              </a:r>
            </a:p>
            <a:p>
              <a:pPr marL="285750" indent="-285750">
                <a:lnSpc>
                  <a:spcPct val="150000"/>
                </a:lnSpc>
                <a:buFont typeface="Arial"/>
                <a:buChar char="•"/>
                <a:defRPr/>
              </a:pPr>
              <a:r>
                <a:rPr lang="ko-KR" altLang="en-US" sz="1300" b="1" dirty="0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/>
                </a:rPr>
                <a:t>입니다.</a:t>
              </a:r>
            </a:p>
          </p:txBody>
        </p:sp>
      </p:grpSp>
      <p:grpSp>
        <p:nvGrpSpPr>
          <p:cNvPr id="15" name="그룹 14"/>
          <p:cNvGrpSpPr/>
          <p:nvPr/>
        </p:nvGrpSpPr>
        <p:grpSpPr>
          <a:xfrm>
            <a:off x="7456423" y="2483393"/>
            <a:ext cx="1706508" cy="3690459"/>
            <a:chOff x="7668243" y="2483393"/>
            <a:chExt cx="1706508" cy="3690459"/>
          </a:xfrm>
        </p:grpSpPr>
        <p:grpSp>
          <p:nvGrpSpPr>
            <p:cNvPr id="16" name="그룹 15"/>
            <p:cNvGrpSpPr/>
            <p:nvPr/>
          </p:nvGrpSpPr>
          <p:grpSpPr>
            <a:xfrm>
              <a:off x="7825267" y="2483393"/>
              <a:ext cx="1392461" cy="253686"/>
              <a:chOff x="871876" y="1625771"/>
              <a:chExt cx="1392461" cy="253686"/>
            </a:xfrm>
          </p:grpSpPr>
          <p:cxnSp>
            <p:nvCxnSpPr>
              <p:cNvPr id="18" name="직선 연결선 12">
                <a:extLst>
                  <a:ext uri="{FF2B5EF4-FFF2-40B4-BE49-F238E27FC236}">
                    <a16:creationId xmlns:a16="http://schemas.microsoft.com/office/drawing/2014/main" id="{E7B4AC09-CC08-C45E-A107-8154C86B88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1876" y="1858577"/>
                <a:ext cx="1392461" cy="0"/>
              </a:xfrm>
              <a:prstGeom prst="line">
                <a:avLst/>
              </a:prstGeom>
              <a:ln w="444500" cap="rnd">
                <a:solidFill>
                  <a:srgbClr val="373E54"/>
                </a:solidFill>
              </a:ln>
              <a:scene3d>
                <a:camera prst="orthographicFront"/>
                <a:lightRig rig="threePt" dir="t">
                  <a:rot lat="0" lon="0" rev="7800000"/>
                </a:lightRig>
              </a:scene3d>
              <a:sp3d prstMaterial="clear">
                <a:bevelT w="285750" h="13335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직사각형 43">
                <a:extLst>
                  <a:ext uri="{FF2B5EF4-FFF2-40B4-BE49-F238E27FC236}">
                    <a16:creationId xmlns:a16="http://schemas.microsoft.com/office/drawing/2014/main" id="{BCE8F01E-D21D-178B-BF1B-3E1288EDDC51}"/>
                  </a:ext>
                </a:extLst>
              </p:cNvPr>
              <p:cNvSpPr/>
              <p:nvPr/>
            </p:nvSpPr>
            <p:spPr>
              <a:xfrm>
                <a:off x="972894" y="1625771"/>
                <a:ext cx="1190424" cy="25368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t"/>
              <a:lstStyle/>
              <a:p>
                <a:pPr algn="ctr">
                  <a:lnSpc>
                    <a:spcPct val="150000"/>
                  </a:lnSpc>
                  <a:defRPr/>
                </a:pPr>
                <a:r>
                  <a:rPr lang="ko-KR" alt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Noto Sans KR Black" panose="020B0200000000000000" pitchFamily="50" charset="-127"/>
                    <a:ea typeface="Noto Sans KR Black" panose="020B0200000000000000" pitchFamily="50" charset="-127"/>
                  </a:rPr>
                  <a:t>서정원</a:t>
                </a:r>
              </a:p>
            </p:txBody>
          </p:sp>
        </p:grpSp>
        <p:sp>
          <p:nvSpPr>
            <p:cNvPr id="17" name="직사각형 82">
              <a:extLst>
                <a:ext uri="{FF2B5EF4-FFF2-40B4-BE49-F238E27FC236}">
                  <a16:creationId xmlns:a16="http://schemas.microsoft.com/office/drawing/2014/main" id="{9C249F7E-AD78-F3FB-FB3C-F95D89F24303}"/>
                </a:ext>
              </a:extLst>
            </p:cNvPr>
            <p:cNvSpPr/>
            <p:nvPr/>
          </p:nvSpPr>
          <p:spPr>
            <a:xfrm>
              <a:off x="7668243" y="3378329"/>
              <a:ext cx="1706508" cy="279552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marL="285750" indent="-285750">
                <a:lnSpc>
                  <a:spcPct val="150000"/>
                </a:lnSpc>
                <a:buFont typeface="Arial"/>
                <a:buChar char="•"/>
                <a:defRPr/>
              </a:pPr>
              <a:r>
                <a:rPr lang="ko-KR" altLang="en-US" sz="1300" b="1" dirty="0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/>
                </a:rPr>
                <a:t>팀원들</a:t>
              </a:r>
            </a:p>
            <a:p>
              <a:pPr marL="285750" indent="-285750">
                <a:lnSpc>
                  <a:spcPct val="150000"/>
                </a:lnSpc>
                <a:buFont typeface="Arial"/>
                <a:buChar char="•"/>
                <a:defRPr/>
              </a:pPr>
              <a:r>
                <a:rPr lang="ko-KR" altLang="en-US" sz="1300" b="1" dirty="0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/>
                </a:rPr>
                <a:t>각자가</a:t>
              </a:r>
            </a:p>
            <a:p>
              <a:pPr marL="285750" indent="-285750">
                <a:lnSpc>
                  <a:spcPct val="150000"/>
                </a:lnSpc>
                <a:buFont typeface="Arial"/>
                <a:buChar char="•"/>
                <a:defRPr/>
              </a:pPr>
              <a:r>
                <a:rPr lang="ko-KR" altLang="en-US" sz="1300" b="1" dirty="0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/>
                </a:rPr>
                <a:t>작성 예정 </a:t>
              </a:r>
            </a:p>
            <a:p>
              <a:pPr marL="285750" indent="-285750">
                <a:lnSpc>
                  <a:spcPct val="150000"/>
                </a:lnSpc>
                <a:buFont typeface="Arial"/>
                <a:buChar char="•"/>
                <a:defRPr/>
              </a:pPr>
              <a:r>
                <a:rPr lang="ko-KR" altLang="en-US" sz="1300" b="1" dirty="0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/>
                </a:rPr>
                <a:t>입니다.</a:t>
              </a:r>
            </a:p>
          </p:txBody>
        </p:sp>
      </p:grpSp>
      <p:grpSp>
        <p:nvGrpSpPr>
          <p:cNvPr id="20" name="그룹 19"/>
          <p:cNvGrpSpPr/>
          <p:nvPr/>
        </p:nvGrpSpPr>
        <p:grpSpPr>
          <a:xfrm>
            <a:off x="9730962" y="2483393"/>
            <a:ext cx="1706508" cy="3690459"/>
            <a:chOff x="9730962" y="2483393"/>
            <a:chExt cx="1706508" cy="3690459"/>
          </a:xfrm>
        </p:grpSpPr>
        <p:grpSp>
          <p:nvGrpSpPr>
            <p:cNvPr id="21" name="그룹 20"/>
            <p:cNvGrpSpPr/>
            <p:nvPr/>
          </p:nvGrpSpPr>
          <p:grpSpPr>
            <a:xfrm>
              <a:off x="9887986" y="2483393"/>
              <a:ext cx="1392461" cy="253686"/>
              <a:chOff x="871876" y="1625771"/>
              <a:chExt cx="1392461" cy="253686"/>
            </a:xfrm>
          </p:grpSpPr>
          <p:cxnSp>
            <p:nvCxnSpPr>
              <p:cNvPr id="23" name="직선 연결선 12">
                <a:extLst>
                  <a:ext uri="{FF2B5EF4-FFF2-40B4-BE49-F238E27FC236}">
                    <a16:creationId xmlns:a16="http://schemas.microsoft.com/office/drawing/2014/main" id="{E7B4AC09-CC08-C45E-A107-8154C86B88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1876" y="1858577"/>
                <a:ext cx="1392461" cy="0"/>
              </a:xfrm>
              <a:prstGeom prst="line">
                <a:avLst/>
              </a:prstGeom>
              <a:ln w="444500" cap="rnd">
                <a:solidFill>
                  <a:srgbClr val="373E54"/>
                </a:solidFill>
              </a:ln>
              <a:scene3d>
                <a:camera prst="orthographicFront"/>
                <a:lightRig rig="threePt" dir="t">
                  <a:rot lat="0" lon="0" rev="7800000"/>
                </a:lightRig>
              </a:scene3d>
              <a:sp3d prstMaterial="clear">
                <a:bevelT w="285750" h="13335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직사각형 43">
                <a:extLst>
                  <a:ext uri="{FF2B5EF4-FFF2-40B4-BE49-F238E27FC236}">
                    <a16:creationId xmlns:a16="http://schemas.microsoft.com/office/drawing/2014/main" id="{BCE8F01E-D21D-178B-BF1B-3E1288EDDC51}"/>
                  </a:ext>
                </a:extLst>
              </p:cNvPr>
              <p:cNvSpPr/>
              <p:nvPr/>
            </p:nvSpPr>
            <p:spPr>
              <a:xfrm>
                <a:off x="972894" y="1625771"/>
                <a:ext cx="1190424" cy="25368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t"/>
              <a:lstStyle/>
              <a:p>
                <a:pPr algn="ctr">
                  <a:lnSpc>
                    <a:spcPct val="150000"/>
                  </a:lnSpc>
                  <a:defRPr/>
                </a:pPr>
                <a:r>
                  <a:rPr lang="ko-KR" altLang="en-US" sz="1400" b="1" dirty="0">
                    <a:solidFill>
                      <a:schemeClr val="tx1"/>
                    </a:solidFill>
                    <a:latin typeface="Noto Sans KR Black" panose="020B0200000000000000" pitchFamily="50" charset="-127"/>
                    <a:ea typeface="Noto Sans KR Black"/>
                  </a:rPr>
                  <a:t>이주환</a:t>
                </a:r>
                <a:endParaRPr lang="ko-KR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Noto Sans KR Black" panose="020B0200000000000000" pitchFamily="50" charset="-127"/>
                  <a:ea typeface="Noto Sans KR Black" panose="020B0200000000000000" pitchFamily="50" charset="-127"/>
                </a:endParaRPr>
              </a:p>
            </p:txBody>
          </p:sp>
        </p:grpSp>
        <p:sp>
          <p:nvSpPr>
            <p:cNvPr id="22" name="직사각형 82">
              <a:extLst>
                <a:ext uri="{FF2B5EF4-FFF2-40B4-BE49-F238E27FC236}">
                  <a16:creationId xmlns:a16="http://schemas.microsoft.com/office/drawing/2014/main" id="{9C249F7E-AD78-F3FB-FB3C-F95D89F24303}"/>
                </a:ext>
              </a:extLst>
            </p:cNvPr>
            <p:cNvSpPr/>
            <p:nvPr/>
          </p:nvSpPr>
          <p:spPr>
            <a:xfrm>
              <a:off x="9730962" y="3378329"/>
              <a:ext cx="1706508" cy="279552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marL="285750" indent="-285750">
                <a:lnSpc>
                  <a:spcPct val="150000"/>
                </a:lnSpc>
                <a:buFont typeface="Arial"/>
                <a:buChar char="•"/>
                <a:defRPr/>
              </a:pPr>
              <a:r>
                <a:rPr lang="ko-KR" altLang="en-US" sz="1300" b="1" dirty="0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/>
                </a:rPr>
                <a:t>팀원들</a:t>
              </a:r>
            </a:p>
            <a:p>
              <a:pPr marL="285750" indent="-285750">
                <a:lnSpc>
                  <a:spcPct val="150000"/>
                </a:lnSpc>
                <a:buFont typeface="Arial"/>
                <a:buChar char="•"/>
                <a:defRPr/>
              </a:pPr>
              <a:r>
                <a:rPr lang="ko-KR" altLang="en-US" sz="1300" b="1" dirty="0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/>
                </a:rPr>
                <a:t>각자가</a:t>
              </a:r>
            </a:p>
            <a:p>
              <a:pPr marL="285750" indent="-285750">
                <a:lnSpc>
                  <a:spcPct val="150000"/>
                </a:lnSpc>
                <a:buFont typeface="Arial"/>
                <a:buChar char="•"/>
                <a:defRPr/>
              </a:pPr>
              <a:r>
                <a:rPr lang="ko-KR" altLang="en-US" sz="1300" b="1" dirty="0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/>
                </a:rPr>
                <a:t>작성 예정 </a:t>
              </a:r>
            </a:p>
            <a:p>
              <a:pPr marL="285750" indent="-285750">
                <a:lnSpc>
                  <a:spcPct val="150000"/>
                </a:lnSpc>
                <a:buFont typeface="Arial"/>
                <a:buChar char="•"/>
                <a:defRPr/>
              </a:pPr>
              <a:r>
                <a:rPr lang="ko-KR" altLang="en-US" sz="1300" b="1" dirty="0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/>
                </a:rPr>
                <a:t>입니다.</a:t>
              </a:r>
            </a:p>
          </p:txBody>
        </p:sp>
      </p:grpSp>
      <p:grpSp>
        <p:nvGrpSpPr>
          <p:cNvPr id="25" name="그룹 24"/>
          <p:cNvGrpSpPr/>
          <p:nvPr/>
        </p:nvGrpSpPr>
        <p:grpSpPr>
          <a:xfrm>
            <a:off x="5181885" y="2483393"/>
            <a:ext cx="1706508" cy="3690459"/>
            <a:chOff x="5356427" y="2483393"/>
            <a:chExt cx="1706508" cy="3690459"/>
          </a:xfrm>
        </p:grpSpPr>
        <p:grpSp>
          <p:nvGrpSpPr>
            <p:cNvPr id="26" name="그룹 25"/>
            <p:cNvGrpSpPr/>
            <p:nvPr/>
          </p:nvGrpSpPr>
          <p:grpSpPr>
            <a:xfrm>
              <a:off x="5513451" y="2483393"/>
              <a:ext cx="1392461" cy="253686"/>
              <a:chOff x="871876" y="1625771"/>
              <a:chExt cx="1392461" cy="253686"/>
            </a:xfrm>
          </p:grpSpPr>
          <p:cxnSp>
            <p:nvCxnSpPr>
              <p:cNvPr id="28" name="직선 연결선 12">
                <a:extLst>
                  <a:ext uri="{FF2B5EF4-FFF2-40B4-BE49-F238E27FC236}">
                    <a16:creationId xmlns:a16="http://schemas.microsoft.com/office/drawing/2014/main" id="{E7B4AC09-CC08-C45E-A107-8154C86B88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1876" y="1858577"/>
                <a:ext cx="1392461" cy="0"/>
              </a:xfrm>
              <a:prstGeom prst="line">
                <a:avLst/>
              </a:prstGeom>
              <a:ln w="444500" cap="rnd">
                <a:solidFill>
                  <a:srgbClr val="373E54"/>
                </a:solidFill>
              </a:ln>
              <a:scene3d>
                <a:camera prst="orthographicFront"/>
                <a:lightRig rig="threePt" dir="t">
                  <a:rot lat="0" lon="0" rev="7800000"/>
                </a:lightRig>
              </a:scene3d>
              <a:sp3d prstMaterial="clear">
                <a:bevelT w="285750" h="13335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직사각형 43">
                <a:extLst>
                  <a:ext uri="{FF2B5EF4-FFF2-40B4-BE49-F238E27FC236}">
                    <a16:creationId xmlns:a16="http://schemas.microsoft.com/office/drawing/2014/main" id="{BCE8F01E-D21D-178B-BF1B-3E1288EDDC51}"/>
                  </a:ext>
                </a:extLst>
              </p:cNvPr>
              <p:cNvSpPr/>
              <p:nvPr/>
            </p:nvSpPr>
            <p:spPr>
              <a:xfrm>
                <a:off x="972894" y="1625771"/>
                <a:ext cx="1190424" cy="25368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t"/>
              <a:lstStyle/>
              <a:p>
                <a:pPr algn="ctr">
                  <a:lnSpc>
                    <a:spcPct val="150000"/>
                  </a:lnSpc>
                  <a:defRPr/>
                </a:pPr>
                <a:r>
                  <a:rPr lang="ko-KR" altLang="en-US" sz="1400" b="1" noProof="0" dirty="0">
                    <a:solidFill>
                      <a:schemeClr val="tx1"/>
                    </a:solidFill>
                    <a:latin typeface="Noto Sans KR Black" panose="020B0200000000000000" pitchFamily="50" charset="-127"/>
                    <a:ea typeface="Noto Sans KR Black"/>
                  </a:rPr>
                  <a:t>오명근</a:t>
                </a:r>
                <a:endParaRPr lang="ko-KR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Noto Sans KR Black" panose="020B0200000000000000" pitchFamily="50" charset="-127"/>
                  <a:ea typeface="Noto Sans KR Black" panose="020B0200000000000000" pitchFamily="50" charset="-127"/>
                </a:endParaRPr>
              </a:p>
            </p:txBody>
          </p:sp>
        </p:grpSp>
        <p:sp>
          <p:nvSpPr>
            <p:cNvPr id="27" name="직사각형 82">
              <a:extLst>
                <a:ext uri="{FF2B5EF4-FFF2-40B4-BE49-F238E27FC236}">
                  <a16:creationId xmlns:a16="http://schemas.microsoft.com/office/drawing/2014/main" id="{9C249F7E-AD78-F3FB-FB3C-F95D89F24303}"/>
                </a:ext>
              </a:extLst>
            </p:cNvPr>
            <p:cNvSpPr/>
            <p:nvPr/>
          </p:nvSpPr>
          <p:spPr>
            <a:xfrm>
              <a:off x="5356427" y="3378329"/>
              <a:ext cx="1706508" cy="279552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marL="285750" indent="-285750">
                <a:lnSpc>
                  <a:spcPct val="150000"/>
                </a:lnSpc>
                <a:buFont typeface="Arial"/>
                <a:buChar char="•"/>
                <a:defRPr/>
              </a:pPr>
              <a:r>
                <a:rPr lang="ko-KR" altLang="en-US" sz="1300" b="1" dirty="0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/>
                </a:rPr>
                <a:t>팀원들</a:t>
              </a:r>
            </a:p>
            <a:p>
              <a:pPr marL="285750" indent="-285750">
                <a:lnSpc>
                  <a:spcPct val="150000"/>
                </a:lnSpc>
                <a:buFont typeface="Arial"/>
                <a:buChar char="•"/>
                <a:defRPr/>
              </a:pPr>
              <a:r>
                <a:rPr lang="ko-KR" altLang="en-US" sz="1300" b="1" dirty="0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/>
                </a:rPr>
                <a:t>각자가</a:t>
              </a:r>
            </a:p>
            <a:p>
              <a:pPr marL="285750" indent="-285750">
                <a:lnSpc>
                  <a:spcPct val="150000"/>
                </a:lnSpc>
                <a:buFont typeface="Arial"/>
                <a:buChar char="•"/>
                <a:defRPr/>
              </a:pPr>
              <a:r>
                <a:rPr lang="ko-KR" altLang="en-US" sz="1300" b="1" dirty="0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/>
                </a:rPr>
                <a:t>작성 예정 </a:t>
              </a:r>
            </a:p>
            <a:p>
              <a:pPr marL="285750" indent="-285750">
                <a:lnSpc>
                  <a:spcPct val="150000"/>
                </a:lnSpc>
                <a:buFont typeface="Arial"/>
                <a:buChar char="•"/>
                <a:defRPr/>
              </a:pPr>
              <a:r>
                <a:rPr lang="ko-KR" altLang="en-US" sz="1300" b="1" dirty="0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/>
                </a:rPr>
                <a:t>입니다.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81142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1307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1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분석 및 점검</a:t>
            </a:r>
          </a:p>
        </p:txBody>
      </p:sp>
    </p:spTree>
    <p:extLst>
      <p:ext uri="{BB962C8B-B14F-4D97-AF65-F5344CB8AC3E}">
        <p14:creationId xmlns:p14="http://schemas.microsoft.com/office/powerpoint/2010/main" val="41160205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17955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담당업무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 err="1"/>
              <a:t>서서울</a:t>
            </a:r>
            <a:r>
              <a:rPr lang="ko-KR" altLang="en-US" dirty="0"/>
              <a:t> </a:t>
            </a:r>
            <a:r>
              <a:rPr lang="en-US" altLang="ko-KR" dirty="0"/>
              <a:t>(PM)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92954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담당업무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 err="1"/>
              <a:t>윤철민</a:t>
            </a:r>
            <a:r>
              <a:rPr lang="ko-KR" altLang="en-US" dirty="0"/>
              <a:t> </a:t>
            </a:r>
            <a:r>
              <a:rPr lang="en-US" altLang="ko-KR" dirty="0"/>
              <a:t>(PL)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60845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담당업무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오명근</a:t>
            </a:r>
          </a:p>
        </p:txBody>
      </p:sp>
    </p:spTree>
    <p:extLst>
      <p:ext uri="{BB962C8B-B14F-4D97-AF65-F5344CB8AC3E}">
        <p14:creationId xmlns:p14="http://schemas.microsoft.com/office/powerpoint/2010/main" val="22184425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담당업무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서정원</a:t>
            </a:r>
          </a:p>
        </p:txBody>
      </p:sp>
    </p:spTree>
    <p:extLst>
      <p:ext uri="{BB962C8B-B14F-4D97-AF65-F5344CB8AC3E}">
        <p14:creationId xmlns:p14="http://schemas.microsoft.com/office/powerpoint/2010/main" val="40818485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담당업무</a:t>
            </a:r>
          </a:p>
          <a:p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이주환</a:t>
            </a:r>
          </a:p>
        </p:txBody>
      </p:sp>
    </p:spTree>
    <p:extLst>
      <p:ext uri="{BB962C8B-B14F-4D97-AF65-F5344CB8AC3E}">
        <p14:creationId xmlns:p14="http://schemas.microsoft.com/office/powerpoint/2010/main" val="42604035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트러블 슈팅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 err="1"/>
              <a:t>서서울</a:t>
            </a:r>
            <a:r>
              <a:rPr lang="ko-KR" altLang="en-US" dirty="0"/>
              <a:t> </a:t>
            </a:r>
            <a:r>
              <a:rPr lang="en-US" altLang="ko-KR" dirty="0"/>
              <a:t>(PM)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876491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트러블 슈팅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 err="1"/>
              <a:t>윤철민</a:t>
            </a:r>
            <a:r>
              <a:rPr lang="ko-KR" altLang="en-US" dirty="0"/>
              <a:t> </a:t>
            </a:r>
            <a:r>
              <a:rPr lang="en-US" altLang="ko-KR" dirty="0"/>
              <a:t>(PL)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329539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트러블 슈팅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오명근</a:t>
            </a:r>
          </a:p>
        </p:txBody>
      </p:sp>
    </p:spTree>
    <p:extLst>
      <p:ext uri="{BB962C8B-B14F-4D97-AF65-F5344CB8AC3E}">
        <p14:creationId xmlns:p14="http://schemas.microsoft.com/office/powerpoint/2010/main" val="9447576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트러블 슈팅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서정원</a:t>
            </a:r>
          </a:p>
        </p:txBody>
      </p:sp>
    </p:spTree>
    <p:extLst>
      <p:ext uri="{BB962C8B-B14F-4D97-AF65-F5344CB8AC3E}">
        <p14:creationId xmlns:p14="http://schemas.microsoft.com/office/powerpoint/2010/main" val="31721268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트러블 슈팅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이주환</a:t>
            </a:r>
          </a:p>
        </p:txBody>
      </p:sp>
    </p:spTree>
    <p:extLst>
      <p:ext uri="{BB962C8B-B14F-4D97-AF65-F5344CB8AC3E}">
        <p14:creationId xmlns:p14="http://schemas.microsoft.com/office/powerpoint/2010/main" val="3293730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프로젝트 후 느낀 점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 err="1"/>
              <a:t>서서울</a:t>
            </a:r>
            <a:r>
              <a:rPr lang="ko-KR" altLang="en-US" dirty="0"/>
              <a:t> </a:t>
            </a:r>
            <a:r>
              <a:rPr lang="en-US" altLang="ko-KR" dirty="0"/>
              <a:t>(PM)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ko-KR" altLang="en-US" dirty="0" err="1"/>
              <a:t>윤철민</a:t>
            </a:r>
            <a:r>
              <a:rPr lang="ko-KR" altLang="en-US" dirty="0"/>
              <a:t> </a:t>
            </a:r>
            <a:r>
              <a:rPr lang="en-US" altLang="ko-KR" dirty="0"/>
              <a:t>(PL)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 dirty="0"/>
              <a:t>오명근</a:t>
            </a:r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ko-KR" altLang="en-US" dirty="0"/>
              <a:t>서정원</a:t>
            </a: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ko-KR" altLang="en-US" dirty="0"/>
              <a:t>이주환</a:t>
            </a:r>
          </a:p>
        </p:txBody>
      </p:sp>
      <p:sp>
        <p:nvSpPr>
          <p:cNvPr id="9" name="직사각형 82">
            <a:extLst>
              <a:ext uri="{FF2B5EF4-FFF2-40B4-BE49-F238E27FC236}">
                <a16:creationId xmlns:a16="http://schemas.microsoft.com/office/drawing/2014/main" id="{9C249F7E-AD78-F3FB-FB3C-F95D89F24303}"/>
              </a:ext>
            </a:extLst>
          </p:cNvPr>
          <p:cNvSpPr/>
          <p:nvPr/>
        </p:nvSpPr>
        <p:spPr>
          <a:xfrm>
            <a:off x="2766408" y="1357847"/>
            <a:ext cx="5069492" cy="7592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>
              <a:lnSpc>
                <a:spcPct val="150000"/>
              </a:lnSpc>
              <a:defRPr/>
            </a:pPr>
            <a:r>
              <a:rPr lang="ko-KR" altLang="en-US" sz="1300" b="1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팀원들 각자가 작성 예정 입니다.</a:t>
            </a:r>
          </a:p>
        </p:txBody>
      </p:sp>
      <p:sp>
        <p:nvSpPr>
          <p:cNvPr id="15" name="직사각형 82">
            <a:extLst>
              <a:ext uri="{FF2B5EF4-FFF2-40B4-BE49-F238E27FC236}">
                <a16:creationId xmlns:a16="http://schemas.microsoft.com/office/drawing/2014/main" id="{9C249F7E-AD78-F3FB-FB3C-F95D89F24303}"/>
              </a:ext>
            </a:extLst>
          </p:cNvPr>
          <p:cNvSpPr/>
          <p:nvPr/>
        </p:nvSpPr>
        <p:spPr>
          <a:xfrm>
            <a:off x="2766408" y="4493089"/>
            <a:ext cx="5069492" cy="7592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>
              <a:lnSpc>
                <a:spcPct val="150000"/>
              </a:lnSpc>
              <a:defRPr/>
            </a:pPr>
            <a:r>
              <a:rPr lang="ko-KR" altLang="en-US" sz="1300" b="1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팀원들 각자가 작성 예정 입니다.</a:t>
            </a:r>
          </a:p>
        </p:txBody>
      </p:sp>
      <p:sp>
        <p:nvSpPr>
          <p:cNvPr id="16" name="직사각형 82">
            <a:extLst>
              <a:ext uri="{FF2B5EF4-FFF2-40B4-BE49-F238E27FC236}">
                <a16:creationId xmlns:a16="http://schemas.microsoft.com/office/drawing/2014/main" id="{9C249F7E-AD78-F3FB-FB3C-F95D89F24303}"/>
              </a:ext>
            </a:extLst>
          </p:cNvPr>
          <p:cNvSpPr/>
          <p:nvPr/>
        </p:nvSpPr>
        <p:spPr>
          <a:xfrm>
            <a:off x="2766408" y="5577576"/>
            <a:ext cx="5069492" cy="7592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>
              <a:lnSpc>
                <a:spcPct val="150000"/>
              </a:lnSpc>
              <a:defRPr/>
            </a:pPr>
            <a:r>
              <a:rPr lang="ko-KR" altLang="en-US" sz="1300" b="1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팀원들 각자가 작성 예정 입니다.</a:t>
            </a:r>
          </a:p>
        </p:txBody>
      </p:sp>
      <p:sp>
        <p:nvSpPr>
          <p:cNvPr id="18" name="직사각형 82">
            <a:extLst>
              <a:ext uri="{FF2B5EF4-FFF2-40B4-BE49-F238E27FC236}">
                <a16:creationId xmlns:a16="http://schemas.microsoft.com/office/drawing/2014/main" id="{9C249F7E-AD78-F3FB-FB3C-F95D89F24303}"/>
              </a:ext>
            </a:extLst>
          </p:cNvPr>
          <p:cNvSpPr/>
          <p:nvPr/>
        </p:nvSpPr>
        <p:spPr>
          <a:xfrm>
            <a:off x="2766408" y="2422144"/>
            <a:ext cx="5069492" cy="7592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>
              <a:lnSpc>
                <a:spcPct val="150000"/>
              </a:lnSpc>
              <a:defRPr/>
            </a:pPr>
            <a:r>
              <a:rPr lang="ko-KR" altLang="en-US" sz="1300" b="1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팀원들 각자가 작성 예정 입니다.</a:t>
            </a:r>
          </a:p>
        </p:txBody>
      </p:sp>
      <p:sp>
        <p:nvSpPr>
          <p:cNvPr id="19" name="직사각형 82">
            <a:extLst>
              <a:ext uri="{FF2B5EF4-FFF2-40B4-BE49-F238E27FC236}">
                <a16:creationId xmlns:a16="http://schemas.microsoft.com/office/drawing/2014/main" id="{9C249F7E-AD78-F3FB-FB3C-F95D89F24303}"/>
              </a:ext>
            </a:extLst>
          </p:cNvPr>
          <p:cNvSpPr/>
          <p:nvPr/>
        </p:nvSpPr>
        <p:spPr>
          <a:xfrm>
            <a:off x="2766408" y="3488547"/>
            <a:ext cx="5069492" cy="7592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>
              <a:lnSpc>
                <a:spcPct val="150000"/>
              </a:lnSpc>
              <a:defRPr/>
            </a:pPr>
            <a:r>
              <a:rPr lang="ko-KR" altLang="en-US" sz="1300" b="1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팀원들 각자가 작성 예정 입니다.</a:t>
            </a:r>
          </a:p>
        </p:txBody>
      </p:sp>
    </p:spTree>
    <p:extLst>
      <p:ext uri="{BB962C8B-B14F-4D97-AF65-F5344CB8AC3E}">
        <p14:creationId xmlns:p14="http://schemas.microsoft.com/office/powerpoint/2010/main" val="36169665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23429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1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68465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315949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479</TotalTime>
  <Words>521</Words>
  <Application>Microsoft Office PowerPoint</Application>
  <PresentationFormat>와이드스크린</PresentationFormat>
  <Paragraphs>140</Paragraphs>
  <Slides>29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7" baseType="lpstr">
      <vt:lpstr>Noto Sans KR</vt:lpstr>
      <vt:lpstr>Noto Sans KR Black</vt:lpstr>
      <vt:lpstr>Noto Sans KR Medium</vt:lpstr>
      <vt:lpstr>맑은 고딕</vt:lpstr>
      <vt:lpstr>맑은 고딕</vt:lpstr>
      <vt:lpstr>Arial</vt:lpstr>
      <vt:lpstr>Arial Black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현석 조</dc:creator>
  <cp:lastModifiedBy>서서울</cp:lastModifiedBy>
  <cp:revision>867</cp:revision>
  <dcterms:created xsi:type="dcterms:W3CDTF">2025-06-07T02:26:22Z</dcterms:created>
  <dcterms:modified xsi:type="dcterms:W3CDTF">2026-06-29T17:54:13Z</dcterms:modified>
</cp:coreProperties>
</file>